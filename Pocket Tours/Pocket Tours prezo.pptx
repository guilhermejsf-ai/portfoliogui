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y="5143500" cx="9144000"/>
  <p:notesSz cx="6858000" cy="9144000"/>
  <p:embeddedFontLst>
    <p:embeddedFont>
      <p:font typeface="Fredoka"/>
      <p:regular r:id="rId37"/>
      <p:bold r:id="rId38"/>
    </p:embeddedFont>
    <p:embeddedFont>
      <p:font typeface="Fredoka Medium"/>
      <p:regular r:id="rId39"/>
      <p:bold r:id="rId40"/>
    </p:embeddedFont>
    <p:embeddedFont>
      <p:font typeface="Inter"/>
      <p:regular r:id="rId41"/>
      <p:bold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43" roundtripDataSignature="AMtx7mjJwiFR+U979dbyjk7rIS+TEm13v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B82C72D-1323-4B15-87D5-FCFD6B99872C}">
  <a:tblStyle styleId="{AB82C72D-1323-4B15-87D5-FCFD6B99872C}"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EBEABD93-E9DE-41B3-B967-F679C2A28950}"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FredokaMedium-bold.fntdata"/><Relationship Id="rId20" Type="http://schemas.openxmlformats.org/officeDocument/2006/relationships/slide" Target="slides/slide14.xml"/><Relationship Id="rId42" Type="http://schemas.openxmlformats.org/officeDocument/2006/relationships/font" Target="fonts/Inter-bold.fntdata"/><Relationship Id="rId41" Type="http://schemas.openxmlformats.org/officeDocument/2006/relationships/font" Target="fonts/Inter-regular.fntdata"/><Relationship Id="rId22" Type="http://schemas.openxmlformats.org/officeDocument/2006/relationships/slide" Target="slides/slide16.xml"/><Relationship Id="rId21" Type="http://schemas.openxmlformats.org/officeDocument/2006/relationships/slide" Target="slides/slide15.xml"/><Relationship Id="rId43" Type="http://customschemas.google.com/relationships/presentationmetadata" Target="metadata"/><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font" Target="fonts/Fredoka-regular.fntdata"/><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font" Target="fonts/FredokaMedium-regular.fntdata"/><Relationship Id="rId16" Type="http://schemas.openxmlformats.org/officeDocument/2006/relationships/slide" Target="slides/slide10.xml"/><Relationship Id="rId38" Type="http://schemas.openxmlformats.org/officeDocument/2006/relationships/font" Target="fonts/Fredoka-bold.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2b8030a1825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2b8030a1825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2bccfc52019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2bccfc52019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2b8030a1825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2b8030a1825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2b8030a1825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2b8030a1825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2b8030a1825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2b8030a1825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2b8030a1825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2b8030a1825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2b8030a1825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2b8030a1825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2b8030a1825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2b8030a1825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2b8030a1825_0_3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2b8030a1825_0_3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2bccfc52019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2bccfc52019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2b8030a1825_0_5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2b8030a1825_0_5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2b8030a1825_0_6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2b8030a1825_0_6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2b917c9f072_0_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2b917c9f072_0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2b8030a1825_0_3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2b8030a1825_0_3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2bccfc5201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2bccfc5201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2b917c9f072_0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2b917c9f072_0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2b8030a1825_0_4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2b8030a1825_0_4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2c85a75c8d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7" name="Google Shape;377;g2c85a75c8d9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2bf215b6af8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2" name="Google Shape;392;g2bf215b6af8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2bf215b6af8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4" name="Google Shape;404;g2bf215b6af8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2b8030a1825_0_4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3" name="Google Shape;433;g2b8030a1825_0_4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2b8030a1825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0" name="Google Shape;450;g2b8030a1825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2b8030a1825_0_4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2" name="Google Shape;462;g2b8030a1825_0_4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2b8030a1825_0_2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9" name="Google Shape;479;g2b8030a1825_0_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2bf215b6af8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0" name="Google Shape;500;g2bf215b6af8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2b917c9f072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0" name="Google Shape;520;g2b917c9f072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2bf215b6af8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1" name="Google Shape;541;g2bf215b6af8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g2c54f546731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0" name="Google Shape;560;g2c54f546731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g2b8030a1825_0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5" name="Google Shape;585;g2b8030a1825_0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g2b8030a1825_0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7" name="Google Shape;597;g2b8030a1825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59"/>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59"/>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5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 name="Shape 13"/>
        <p:cNvGrpSpPr/>
        <p:nvPr/>
      </p:nvGrpSpPr>
      <p:grpSpPr>
        <a:xfrm>
          <a:off x="0" y="0"/>
          <a:ext cx="0" cy="0"/>
          <a:chOff x="0" y="0"/>
          <a:chExt cx="0" cy="0"/>
        </a:xfrm>
      </p:grpSpPr>
      <p:sp>
        <p:nvSpPr>
          <p:cNvPr id="14" name="Google Shape;14;p60"/>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15" name="Google Shape;15;p6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6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8" name="Google Shape;18;p6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9" name="Google Shape;19;p6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0" name="Shape 20"/>
        <p:cNvGrpSpPr/>
        <p:nvPr/>
      </p:nvGrpSpPr>
      <p:grpSpPr>
        <a:xfrm>
          <a:off x="0" y="0"/>
          <a:ext cx="0" cy="0"/>
          <a:chOff x="0" y="0"/>
          <a:chExt cx="0" cy="0"/>
        </a:xfrm>
      </p:grpSpPr>
      <p:sp>
        <p:nvSpPr>
          <p:cNvPr id="21" name="Google Shape;21;p62"/>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2" name="Google Shape;22;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6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5" name="Google Shape;25;p63"/>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6" name="Google Shape;26;p63"/>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7" name="Google Shape;27;p6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6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0" name="Google Shape;30;p6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65"/>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3" name="Google Shape;33;p65"/>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4" name="Google Shape;34;p6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5" name="Shape 35"/>
        <p:cNvGrpSpPr/>
        <p:nvPr/>
      </p:nvGrpSpPr>
      <p:grpSpPr>
        <a:xfrm>
          <a:off x="0" y="0"/>
          <a:ext cx="0" cy="0"/>
          <a:chOff x="0" y="0"/>
          <a:chExt cx="0" cy="0"/>
        </a:xfrm>
      </p:grpSpPr>
      <p:sp>
        <p:nvSpPr>
          <p:cNvPr id="36" name="Google Shape;36;p66"/>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7" name="Google Shape;37;p6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67"/>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 name="Google Shape;40;p67"/>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1" name="Google Shape;41;p67"/>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2" name="Google Shape;42;p67"/>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3" name="Google Shape;43;p6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68"/>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68"/>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6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6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5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Inter"/>
              <a:buNone/>
              <a:defRPr b="0" i="0" sz="2800" u="none" cap="none" strike="noStrike">
                <a:solidFill>
                  <a:schemeClr val="dk1"/>
                </a:solidFill>
                <a:latin typeface="Inter"/>
                <a:ea typeface="Inter"/>
                <a:cs typeface="Inter"/>
                <a:sym typeface="Inter"/>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5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Inter"/>
              <a:buChar char="●"/>
              <a:defRPr b="0" i="0" sz="1800" u="none" cap="none" strike="noStrike">
                <a:solidFill>
                  <a:schemeClr val="dk2"/>
                </a:solidFill>
                <a:latin typeface="Inter"/>
                <a:ea typeface="Inter"/>
                <a:cs typeface="Inter"/>
                <a:sym typeface="Inter"/>
              </a:defRPr>
            </a:lvl1pPr>
            <a:lvl2pPr indent="-317500" lvl="1" marL="914400" marR="0" rtl="0" algn="l">
              <a:lnSpc>
                <a:spcPct val="115000"/>
              </a:lnSpc>
              <a:spcBef>
                <a:spcPts val="0"/>
              </a:spcBef>
              <a:spcAft>
                <a:spcPts val="0"/>
              </a:spcAft>
              <a:buClr>
                <a:schemeClr val="dk2"/>
              </a:buClr>
              <a:buSzPts val="1400"/>
              <a:buFont typeface="Inter"/>
              <a:buChar char="○"/>
              <a:defRPr b="0" i="0" sz="1400" u="none" cap="none" strike="noStrike">
                <a:solidFill>
                  <a:schemeClr val="dk2"/>
                </a:solidFill>
                <a:latin typeface="Inter"/>
                <a:ea typeface="Inter"/>
                <a:cs typeface="Inter"/>
                <a:sym typeface="Inter"/>
              </a:defRPr>
            </a:lvl2pPr>
            <a:lvl3pPr indent="-317500" lvl="2" marL="1371600" marR="0" rtl="0" algn="l">
              <a:lnSpc>
                <a:spcPct val="115000"/>
              </a:lnSpc>
              <a:spcBef>
                <a:spcPts val="0"/>
              </a:spcBef>
              <a:spcAft>
                <a:spcPts val="0"/>
              </a:spcAft>
              <a:buClr>
                <a:schemeClr val="dk2"/>
              </a:buClr>
              <a:buSzPts val="1400"/>
              <a:buFont typeface="Inter"/>
              <a:buChar char="■"/>
              <a:defRPr b="0" i="0" sz="1400" u="none" cap="none" strike="noStrike">
                <a:solidFill>
                  <a:schemeClr val="dk2"/>
                </a:solidFill>
                <a:latin typeface="Inter"/>
                <a:ea typeface="Inter"/>
                <a:cs typeface="Inter"/>
                <a:sym typeface="Inter"/>
              </a:defRPr>
            </a:lvl3pPr>
            <a:lvl4pPr indent="-317500" lvl="3" marL="1828800" marR="0" rtl="0" algn="l">
              <a:lnSpc>
                <a:spcPct val="115000"/>
              </a:lnSpc>
              <a:spcBef>
                <a:spcPts val="0"/>
              </a:spcBef>
              <a:spcAft>
                <a:spcPts val="0"/>
              </a:spcAft>
              <a:buClr>
                <a:schemeClr val="dk2"/>
              </a:buClr>
              <a:buSzPts val="1400"/>
              <a:buFont typeface="Inter"/>
              <a:buChar char="●"/>
              <a:defRPr b="0" i="0" sz="1400" u="none" cap="none" strike="noStrike">
                <a:solidFill>
                  <a:schemeClr val="dk2"/>
                </a:solidFill>
                <a:latin typeface="Inter"/>
                <a:ea typeface="Inter"/>
                <a:cs typeface="Inter"/>
                <a:sym typeface="Inter"/>
              </a:defRPr>
            </a:lvl4pPr>
            <a:lvl5pPr indent="-317500" lvl="4" marL="2286000" marR="0" rtl="0" algn="l">
              <a:lnSpc>
                <a:spcPct val="115000"/>
              </a:lnSpc>
              <a:spcBef>
                <a:spcPts val="0"/>
              </a:spcBef>
              <a:spcAft>
                <a:spcPts val="0"/>
              </a:spcAft>
              <a:buClr>
                <a:schemeClr val="dk2"/>
              </a:buClr>
              <a:buSzPts val="1400"/>
              <a:buFont typeface="Inter"/>
              <a:buChar char="○"/>
              <a:defRPr b="0" i="0" sz="1400" u="none" cap="none" strike="noStrike">
                <a:solidFill>
                  <a:schemeClr val="dk2"/>
                </a:solidFill>
                <a:latin typeface="Inter"/>
                <a:ea typeface="Inter"/>
                <a:cs typeface="Inter"/>
                <a:sym typeface="Inter"/>
              </a:defRPr>
            </a:lvl5pPr>
            <a:lvl6pPr indent="-317500" lvl="5" marL="2743200" marR="0" rtl="0" algn="l">
              <a:lnSpc>
                <a:spcPct val="115000"/>
              </a:lnSpc>
              <a:spcBef>
                <a:spcPts val="0"/>
              </a:spcBef>
              <a:spcAft>
                <a:spcPts val="0"/>
              </a:spcAft>
              <a:buClr>
                <a:schemeClr val="dk2"/>
              </a:buClr>
              <a:buSzPts val="1400"/>
              <a:buFont typeface="Inter"/>
              <a:buChar char="■"/>
              <a:defRPr b="0" i="0" sz="1400" u="none" cap="none" strike="noStrike">
                <a:solidFill>
                  <a:schemeClr val="dk2"/>
                </a:solidFill>
                <a:latin typeface="Inter"/>
                <a:ea typeface="Inter"/>
                <a:cs typeface="Inter"/>
                <a:sym typeface="Inter"/>
              </a:defRPr>
            </a:lvl6pPr>
            <a:lvl7pPr indent="-317500" lvl="6" marL="3200400" marR="0" rtl="0" algn="l">
              <a:lnSpc>
                <a:spcPct val="115000"/>
              </a:lnSpc>
              <a:spcBef>
                <a:spcPts val="0"/>
              </a:spcBef>
              <a:spcAft>
                <a:spcPts val="0"/>
              </a:spcAft>
              <a:buClr>
                <a:schemeClr val="dk2"/>
              </a:buClr>
              <a:buSzPts val="1400"/>
              <a:buFont typeface="Inter"/>
              <a:buChar char="●"/>
              <a:defRPr b="0" i="0" sz="1400" u="none" cap="none" strike="noStrike">
                <a:solidFill>
                  <a:schemeClr val="dk2"/>
                </a:solidFill>
                <a:latin typeface="Inter"/>
                <a:ea typeface="Inter"/>
                <a:cs typeface="Inter"/>
                <a:sym typeface="Inter"/>
              </a:defRPr>
            </a:lvl7pPr>
            <a:lvl8pPr indent="-317500" lvl="7" marL="3657600" marR="0" rtl="0" algn="l">
              <a:lnSpc>
                <a:spcPct val="115000"/>
              </a:lnSpc>
              <a:spcBef>
                <a:spcPts val="0"/>
              </a:spcBef>
              <a:spcAft>
                <a:spcPts val="0"/>
              </a:spcAft>
              <a:buClr>
                <a:schemeClr val="dk2"/>
              </a:buClr>
              <a:buSzPts val="1400"/>
              <a:buFont typeface="Inter"/>
              <a:buChar char="○"/>
              <a:defRPr b="0" i="0" sz="1400" u="none" cap="none" strike="noStrike">
                <a:solidFill>
                  <a:schemeClr val="dk2"/>
                </a:solidFill>
                <a:latin typeface="Inter"/>
                <a:ea typeface="Inter"/>
                <a:cs typeface="Inter"/>
                <a:sym typeface="Inter"/>
              </a:defRPr>
            </a:lvl8pPr>
            <a:lvl9pPr indent="-317500" lvl="8" marL="4114800" marR="0" rtl="0" algn="l">
              <a:lnSpc>
                <a:spcPct val="115000"/>
              </a:lnSpc>
              <a:spcBef>
                <a:spcPts val="0"/>
              </a:spcBef>
              <a:spcAft>
                <a:spcPts val="0"/>
              </a:spcAft>
              <a:buClr>
                <a:schemeClr val="dk2"/>
              </a:buClr>
              <a:buSzPts val="1400"/>
              <a:buFont typeface="Inter"/>
              <a:buChar char="■"/>
              <a:defRPr b="0" i="0" sz="1400" u="none" cap="none" strike="noStrike">
                <a:solidFill>
                  <a:schemeClr val="dk2"/>
                </a:solidFill>
                <a:latin typeface="Inter"/>
                <a:ea typeface="Inter"/>
                <a:cs typeface="Inter"/>
                <a:sym typeface="Inter"/>
              </a:defRPr>
            </a:lvl9pPr>
          </a:lstStyle>
          <a:p/>
        </p:txBody>
      </p:sp>
      <p:sp>
        <p:nvSpPr>
          <p:cNvPr id="8" name="Google Shape;8;p5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6.jpg"/><Relationship Id="rId5"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6.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3.png"/><Relationship Id="rId5" Type="http://schemas.openxmlformats.org/officeDocument/2006/relationships/image" Target="../media/image19.png"/><Relationship Id="rId6"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29.png"/><Relationship Id="rId5" Type="http://schemas.openxmlformats.org/officeDocument/2006/relationships/image" Target="../media/image2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7.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30.png"/><Relationship Id="rId7"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7.png"/></Relationships>
</file>

<file path=ppt/slides/_rels/slide20.xml.rels><?xml version="1.0" encoding="UTF-8" standalone="yes"?><Relationships xmlns="http://schemas.openxmlformats.org/package/2006/relationships"><Relationship Id="rId11" Type="http://schemas.openxmlformats.org/officeDocument/2006/relationships/image" Target="../media/image10.png"/><Relationship Id="rId10" Type="http://schemas.openxmlformats.org/officeDocument/2006/relationships/image" Target="../media/image24.png"/><Relationship Id="rId13" Type="http://schemas.openxmlformats.org/officeDocument/2006/relationships/image" Target="../media/image16.png"/><Relationship Id="rId12" Type="http://schemas.openxmlformats.org/officeDocument/2006/relationships/image" Target="../media/image13.png"/><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2.png"/><Relationship Id="rId4" Type="http://schemas.openxmlformats.org/officeDocument/2006/relationships/image" Target="../media/image7.png"/><Relationship Id="rId9" Type="http://schemas.openxmlformats.org/officeDocument/2006/relationships/image" Target="../media/image12.png"/><Relationship Id="rId15" Type="http://schemas.openxmlformats.org/officeDocument/2006/relationships/image" Target="../media/image18.png"/><Relationship Id="rId14" Type="http://schemas.openxmlformats.org/officeDocument/2006/relationships/image" Target="../media/image20.png"/><Relationship Id="rId17" Type="http://schemas.openxmlformats.org/officeDocument/2006/relationships/image" Target="../media/image17.png"/><Relationship Id="rId16" Type="http://schemas.openxmlformats.org/officeDocument/2006/relationships/image" Target="../media/image25.png"/><Relationship Id="rId5" Type="http://schemas.openxmlformats.org/officeDocument/2006/relationships/image" Target="../media/image21.png"/><Relationship Id="rId6" Type="http://schemas.openxmlformats.org/officeDocument/2006/relationships/image" Target="../media/image11.png"/><Relationship Id="rId7" Type="http://schemas.openxmlformats.org/officeDocument/2006/relationships/image" Target="../media/image23.png"/><Relationship Id="rId8"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7.png"/><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7.png"/><Relationship Id="rId4" Type="http://schemas.openxmlformats.org/officeDocument/2006/relationships/image" Target="../media/image3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7.png"/><Relationship Id="rId4" Type="http://schemas.openxmlformats.org/officeDocument/2006/relationships/image" Target="../media/image6.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g2b8030a1825_0_1"/>
          <p:cNvPicPr preferRelativeResize="0"/>
          <p:nvPr/>
        </p:nvPicPr>
        <p:blipFill rotWithShape="1">
          <a:blip r:embed="rId3">
            <a:alphaModFix/>
          </a:blip>
          <a:srcRect b="0" l="5422" r="7545" t="0"/>
          <a:stretch/>
        </p:blipFill>
        <p:spPr>
          <a:xfrm>
            <a:off x="3011850" y="1057575"/>
            <a:ext cx="3120300" cy="3028349"/>
          </a:xfrm>
          <a:prstGeom prst="rect">
            <a:avLst/>
          </a:prstGeom>
          <a:noFill/>
          <a:ln>
            <a:noFill/>
          </a:ln>
        </p:spPr>
      </p:pic>
      <p:sp>
        <p:nvSpPr>
          <p:cNvPr id="55" name="Google Shape;55;g2b8030a1825_0_1"/>
          <p:cNvSpPr txBox="1"/>
          <p:nvPr/>
        </p:nvSpPr>
        <p:spPr>
          <a:xfrm>
            <a:off x="3222600" y="4267550"/>
            <a:ext cx="26988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dk2"/>
                </a:solidFill>
                <a:latin typeface="Fredoka"/>
                <a:ea typeface="Fredoka"/>
                <a:cs typeface="Fredoka"/>
                <a:sym typeface="Fredoka"/>
              </a:rPr>
              <a:t>City tours in your pocket</a:t>
            </a:r>
            <a:endParaRPr sz="1800">
              <a:solidFill>
                <a:schemeClr val="dk2"/>
              </a:solidFill>
              <a:latin typeface="Fredoka"/>
              <a:ea typeface="Fredoka"/>
              <a:cs typeface="Fredoka"/>
              <a:sym typeface="Fredok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g2bccfc52019_0_110"/>
          <p:cNvSpPr/>
          <p:nvPr/>
        </p:nvSpPr>
        <p:spPr>
          <a:xfrm>
            <a:off x="5245150" y="2876000"/>
            <a:ext cx="3287100" cy="1292100"/>
          </a:xfrm>
          <a:prstGeom prst="roundRect">
            <a:avLst>
              <a:gd fmla="val 16667" name="adj"/>
            </a:avLst>
          </a:prstGeom>
          <a:noFill/>
          <a:ln cap="flat" cmpd="sng" w="19050">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666666"/>
              </a:solidFill>
              <a:latin typeface="Inter"/>
              <a:ea typeface="Inter"/>
              <a:cs typeface="Inter"/>
              <a:sym typeface="Inter"/>
            </a:endParaRPr>
          </a:p>
        </p:txBody>
      </p:sp>
      <p:sp>
        <p:nvSpPr>
          <p:cNvPr id="61" name="Google Shape;61;g2bccfc52019_0_110"/>
          <p:cNvSpPr/>
          <p:nvPr/>
        </p:nvSpPr>
        <p:spPr>
          <a:xfrm>
            <a:off x="634100" y="2876000"/>
            <a:ext cx="3287100" cy="1292100"/>
          </a:xfrm>
          <a:prstGeom prst="roundRect">
            <a:avLst>
              <a:gd fmla="val 16667" name="adj"/>
            </a:avLst>
          </a:prstGeom>
          <a:noFill/>
          <a:ln cap="flat" cmpd="sng" w="19050">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666666"/>
              </a:solidFill>
              <a:latin typeface="Inter"/>
              <a:ea typeface="Inter"/>
              <a:cs typeface="Inter"/>
              <a:sym typeface="Inter"/>
            </a:endParaRPr>
          </a:p>
        </p:txBody>
      </p:sp>
      <p:pic>
        <p:nvPicPr>
          <p:cNvPr id="62" name="Google Shape;62;g2bccfc52019_0_110"/>
          <p:cNvPicPr preferRelativeResize="0"/>
          <p:nvPr/>
        </p:nvPicPr>
        <p:blipFill rotWithShape="1">
          <a:blip r:embed="rId3">
            <a:alphaModFix/>
          </a:blip>
          <a:srcRect b="1703" l="6374" r="5581" t="6241"/>
          <a:stretch/>
        </p:blipFill>
        <p:spPr>
          <a:xfrm>
            <a:off x="6092525" y="796099"/>
            <a:ext cx="1530600" cy="1689900"/>
          </a:xfrm>
          <a:prstGeom prst="roundRect">
            <a:avLst>
              <a:gd fmla="val 16667" name="adj"/>
            </a:avLst>
          </a:prstGeom>
          <a:noFill/>
          <a:ln cap="flat" cmpd="sng" w="19050">
            <a:solidFill>
              <a:srgbClr val="ED1E44"/>
            </a:solidFill>
            <a:prstDash val="solid"/>
            <a:round/>
            <a:headEnd len="sm" w="sm" type="none"/>
            <a:tailEnd len="sm" w="sm" type="none"/>
          </a:ln>
        </p:spPr>
      </p:pic>
      <p:pic>
        <p:nvPicPr>
          <p:cNvPr id="63" name="Google Shape;63;g2bccfc52019_0_110"/>
          <p:cNvPicPr preferRelativeResize="0"/>
          <p:nvPr/>
        </p:nvPicPr>
        <p:blipFill rotWithShape="1">
          <a:blip r:embed="rId4">
            <a:alphaModFix/>
          </a:blip>
          <a:srcRect b="0" l="0" r="0" t="6358"/>
          <a:stretch/>
        </p:blipFill>
        <p:spPr>
          <a:xfrm>
            <a:off x="1520875" y="796188"/>
            <a:ext cx="1530600" cy="1689900"/>
          </a:xfrm>
          <a:prstGeom prst="roundRect">
            <a:avLst>
              <a:gd fmla="val 16667" name="adj"/>
            </a:avLst>
          </a:prstGeom>
          <a:noFill/>
          <a:ln cap="flat" cmpd="sng" w="19050">
            <a:solidFill>
              <a:srgbClr val="ED1E44"/>
            </a:solidFill>
            <a:prstDash val="solid"/>
            <a:round/>
            <a:headEnd len="sm" w="sm" type="none"/>
            <a:tailEnd len="sm" w="sm" type="none"/>
          </a:ln>
        </p:spPr>
      </p:pic>
      <p:cxnSp>
        <p:nvCxnSpPr>
          <p:cNvPr id="64" name="Google Shape;64;g2bccfc52019_0_110"/>
          <p:cNvCxnSpPr/>
          <p:nvPr/>
        </p:nvCxnSpPr>
        <p:spPr>
          <a:xfrm rot="10800000">
            <a:off x="968400" y="270025"/>
            <a:ext cx="8175600" cy="4800"/>
          </a:xfrm>
          <a:prstGeom prst="straightConnector1">
            <a:avLst/>
          </a:prstGeom>
          <a:noFill/>
          <a:ln cap="flat" cmpd="sng" w="28575">
            <a:solidFill>
              <a:srgbClr val="ED1E44"/>
            </a:solidFill>
            <a:prstDash val="solid"/>
            <a:round/>
            <a:headEnd len="med" w="med" type="none"/>
            <a:tailEnd len="med" w="med" type="none"/>
          </a:ln>
        </p:spPr>
      </p:cxnSp>
      <p:pic>
        <p:nvPicPr>
          <p:cNvPr id="65" name="Google Shape;65;g2bccfc52019_0_110"/>
          <p:cNvPicPr preferRelativeResize="0"/>
          <p:nvPr/>
        </p:nvPicPr>
        <p:blipFill rotWithShape="1">
          <a:blip r:embed="rId5">
            <a:alphaModFix/>
          </a:blip>
          <a:srcRect b="44952" l="23629" r="28117" t="0"/>
          <a:stretch/>
        </p:blipFill>
        <p:spPr>
          <a:xfrm>
            <a:off x="235225" y="181550"/>
            <a:ext cx="572326" cy="551551"/>
          </a:xfrm>
          <a:prstGeom prst="rect">
            <a:avLst/>
          </a:prstGeom>
          <a:noFill/>
          <a:ln>
            <a:noFill/>
          </a:ln>
        </p:spPr>
      </p:pic>
      <p:sp>
        <p:nvSpPr>
          <p:cNvPr id="66" name="Google Shape;66;g2bccfc52019_0_110"/>
          <p:cNvSpPr/>
          <p:nvPr/>
        </p:nvSpPr>
        <p:spPr>
          <a:xfrm>
            <a:off x="953075" y="419100"/>
            <a:ext cx="24425" cy="19050"/>
          </a:xfrm>
          <a:prstGeom prst="flowChartOnlineStorage">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67" name="Google Shape;67;g2bccfc52019_0_110"/>
          <p:cNvSpPr/>
          <p:nvPr/>
        </p:nvSpPr>
        <p:spPr>
          <a:xfrm>
            <a:off x="858750" y="260350"/>
            <a:ext cx="2341800" cy="294900"/>
          </a:xfrm>
          <a:prstGeom prst="roundRect">
            <a:avLst>
              <a:gd fmla="val 11318" name="adj"/>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Fredoka Medium"/>
                <a:ea typeface="Fredoka Medium"/>
                <a:cs typeface="Fredoka Medium"/>
                <a:sym typeface="Fredoka Medium"/>
              </a:rPr>
              <a:t>WHO ARE WE</a:t>
            </a:r>
            <a:r>
              <a:rPr lang="en">
                <a:solidFill>
                  <a:schemeClr val="lt1"/>
                </a:solidFill>
                <a:latin typeface="Fredoka Medium"/>
                <a:ea typeface="Fredoka Medium"/>
                <a:cs typeface="Fredoka Medium"/>
                <a:sym typeface="Fredoka Medium"/>
              </a:rPr>
              <a:t>?</a:t>
            </a:r>
            <a:endParaRPr>
              <a:solidFill>
                <a:schemeClr val="lt1"/>
              </a:solidFill>
              <a:latin typeface="Fredoka Medium"/>
              <a:ea typeface="Fredoka Medium"/>
              <a:cs typeface="Fredoka Medium"/>
              <a:sym typeface="Fredoka Medium"/>
            </a:endParaRPr>
          </a:p>
        </p:txBody>
      </p:sp>
      <p:sp>
        <p:nvSpPr>
          <p:cNvPr id="68" name="Google Shape;68;g2bccfc52019_0_110"/>
          <p:cNvSpPr/>
          <p:nvPr/>
        </p:nvSpPr>
        <p:spPr>
          <a:xfrm>
            <a:off x="1752175" y="2409750"/>
            <a:ext cx="1068000" cy="240900"/>
          </a:xfrm>
          <a:prstGeom prst="roundRect">
            <a:avLst>
              <a:gd fmla="val 22410" name="adj"/>
            </a:avLst>
          </a:prstGeom>
          <a:solidFill>
            <a:srgbClr val="ED1E44"/>
          </a:solidFill>
          <a:ln cap="flat" cmpd="sng" w="19050">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Fredoka"/>
                <a:ea typeface="Fredoka"/>
                <a:cs typeface="Fredoka"/>
                <a:sym typeface="Fredoka"/>
              </a:rPr>
              <a:t>Guilherme</a:t>
            </a:r>
            <a:endParaRPr>
              <a:solidFill>
                <a:schemeClr val="lt1"/>
              </a:solidFill>
              <a:latin typeface="Fredoka"/>
              <a:ea typeface="Fredoka"/>
              <a:cs typeface="Fredoka"/>
              <a:sym typeface="Fredoka"/>
            </a:endParaRPr>
          </a:p>
        </p:txBody>
      </p:sp>
      <p:sp>
        <p:nvSpPr>
          <p:cNvPr id="69" name="Google Shape;69;g2bccfc52019_0_110"/>
          <p:cNvSpPr/>
          <p:nvPr/>
        </p:nvSpPr>
        <p:spPr>
          <a:xfrm>
            <a:off x="6323825" y="2409750"/>
            <a:ext cx="1068000" cy="240900"/>
          </a:xfrm>
          <a:prstGeom prst="roundRect">
            <a:avLst>
              <a:gd fmla="val 22410" name="adj"/>
            </a:avLst>
          </a:prstGeom>
          <a:solidFill>
            <a:srgbClr val="ED1E44"/>
          </a:solidFill>
          <a:ln cap="flat" cmpd="sng" w="19050">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Fredoka"/>
                <a:ea typeface="Fredoka"/>
                <a:cs typeface="Fredoka"/>
                <a:sym typeface="Fredoka"/>
              </a:rPr>
              <a:t>Francisco</a:t>
            </a:r>
            <a:endParaRPr>
              <a:solidFill>
                <a:schemeClr val="lt1"/>
              </a:solidFill>
              <a:latin typeface="Fredoka"/>
              <a:ea typeface="Fredoka"/>
              <a:cs typeface="Fredoka"/>
              <a:sym typeface="Fredoka"/>
            </a:endParaRPr>
          </a:p>
        </p:txBody>
      </p:sp>
      <p:sp>
        <p:nvSpPr>
          <p:cNvPr id="70" name="Google Shape;70;g2bccfc52019_0_110"/>
          <p:cNvSpPr/>
          <p:nvPr/>
        </p:nvSpPr>
        <p:spPr>
          <a:xfrm>
            <a:off x="634225" y="2920725"/>
            <a:ext cx="1674900" cy="4158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666666"/>
                </a:solidFill>
                <a:latin typeface="Inter"/>
                <a:ea typeface="Inter"/>
                <a:cs typeface="Inter"/>
                <a:sym typeface="Inter"/>
              </a:rPr>
              <a:t>Nordensa.com</a:t>
            </a:r>
            <a:endParaRPr>
              <a:solidFill>
                <a:srgbClr val="666666"/>
              </a:solidFill>
              <a:latin typeface="Inter"/>
              <a:ea typeface="Inter"/>
              <a:cs typeface="Inter"/>
              <a:sym typeface="Inter"/>
            </a:endParaRPr>
          </a:p>
        </p:txBody>
      </p:sp>
      <p:sp>
        <p:nvSpPr>
          <p:cNvPr id="71" name="Google Shape;71;g2bccfc52019_0_110"/>
          <p:cNvSpPr/>
          <p:nvPr/>
        </p:nvSpPr>
        <p:spPr>
          <a:xfrm>
            <a:off x="2309325" y="2926625"/>
            <a:ext cx="1611900" cy="4158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rgbClr val="666666"/>
                </a:solidFill>
                <a:latin typeface="Inter"/>
                <a:ea typeface="Inter"/>
                <a:cs typeface="Inter"/>
                <a:sym typeface="Inter"/>
              </a:rPr>
              <a:t>Co-founder &amp; Chief of staff</a:t>
            </a:r>
            <a:endParaRPr sz="1200">
              <a:solidFill>
                <a:srgbClr val="666666"/>
              </a:solidFill>
              <a:latin typeface="Inter"/>
              <a:ea typeface="Inter"/>
              <a:cs typeface="Inter"/>
              <a:sym typeface="Inter"/>
            </a:endParaRPr>
          </a:p>
        </p:txBody>
      </p:sp>
      <p:sp>
        <p:nvSpPr>
          <p:cNvPr id="72" name="Google Shape;72;g2bccfc52019_0_110"/>
          <p:cNvSpPr/>
          <p:nvPr/>
        </p:nvSpPr>
        <p:spPr>
          <a:xfrm>
            <a:off x="634352" y="3336525"/>
            <a:ext cx="1674900" cy="4158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666666"/>
                </a:solidFill>
                <a:latin typeface="Inter"/>
                <a:ea typeface="Inter"/>
                <a:cs typeface="Inter"/>
                <a:sym typeface="Inter"/>
              </a:rPr>
              <a:t>Heraldist</a:t>
            </a:r>
            <a:endParaRPr>
              <a:solidFill>
                <a:srgbClr val="666666"/>
              </a:solidFill>
              <a:latin typeface="Inter"/>
              <a:ea typeface="Inter"/>
              <a:cs typeface="Inter"/>
              <a:sym typeface="Inter"/>
            </a:endParaRPr>
          </a:p>
        </p:txBody>
      </p:sp>
      <p:sp>
        <p:nvSpPr>
          <p:cNvPr id="73" name="Google Shape;73;g2bccfc52019_0_110"/>
          <p:cNvSpPr/>
          <p:nvPr/>
        </p:nvSpPr>
        <p:spPr>
          <a:xfrm>
            <a:off x="2246300" y="3336525"/>
            <a:ext cx="1674900" cy="4158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rgbClr val="666666"/>
                </a:solidFill>
                <a:latin typeface="Inter"/>
                <a:ea typeface="Inter"/>
                <a:cs typeface="Inter"/>
                <a:sym typeface="Inter"/>
              </a:rPr>
              <a:t>Innovation</a:t>
            </a:r>
            <a:r>
              <a:rPr lang="en" sz="1200">
                <a:solidFill>
                  <a:srgbClr val="666666"/>
                </a:solidFill>
                <a:latin typeface="Inter"/>
                <a:ea typeface="Inter"/>
                <a:cs typeface="Inter"/>
                <a:sym typeface="Inter"/>
              </a:rPr>
              <a:t> manager</a:t>
            </a:r>
            <a:endParaRPr sz="1200">
              <a:solidFill>
                <a:srgbClr val="666666"/>
              </a:solidFill>
              <a:latin typeface="Inter"/>
              <a:ea typeface="Inter"/>
              <a:cs typeface="Inter"/>
              <a:sym typeface="Inter"/>
            </a:endParaRPr>
          </a:p>
        </p:txBody>
      </p:sp>
      <p:sp>
        <p:nvSpPr>
          <p:cNvPr id="74" name="Google Shape;74;g2bccfc52019_0_110"/>
          <p:cNvSpPr/>
          <p:nvPr/>
        </p:nvSpPr>
        <p:spPr>
          <a:xfrm>
            <a:off x="634352" y="3752325"/>
            <a:ext cx="1674900" cy="4158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666666"/>
                </a:solidFill>
                <a:latin typeface="Inter"/>
                <a:ea typeface="Inter"/>
                <a:cs typeface="Inter"/>
                <a:sym typeface="Inter"/>
              </a:rPr>
              <a:t>ISCAL</a:t>
            </a:r>
            <a:endParaRPr>
              <a:solidFill>
                <a:srgbClr val="666666"/>
              </a:solidFill>
              <a:latin typeface="Inter"/>
              <a:ea typeface="Inter"/>
              <a:cs typeface="Inter"/>
              <a:sym typeface="Inter"/>
            </a:endParaRPr>
          </a:p>
        </p:txBody>
      </p:sp>
      <p:sp>
        <p:nvSpPr>
          <p:cNvPr id="75" name="Google Shape;75;g2bccfc52019_0_110"/>
          <p:cNvSpPr/>
          <p:nvPr/>
        </p:nvSpPr>
        <p:spPr>
          <a:xfrm>
            <a:off x="2309326" y="3752325"/>
            <a:ext cx="1611900" cy="4158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rgbClr val="666666"/>
                </a:solidFill>
                <a:latin typeface="Inter"/>
                <a:ea typeface="Inter"/>
                <a:cs typeface="Inter"/>
                <a:sym typeface="Inter"/>
              </a:rPr>
              <a:t>Entrepreneurship Professor</a:t>
            </a:r>
            <a:endParaRPr sz="1200">
              <a:solidFill>
                <a:srgbClr val="666666"/>
              </a:solidFill>
              <a:latin typeface="Inter"/>
              <a:ea typeface="Inter"/>
              <a:cs typeface="Inter"/>
              <a:sym typeface="Inter"/>
            </a:endParaRPr>
          </a:p>
        </p:txBody>
      </p:sp>
      <p:sp>
        <p:nvSpPr>
          <p:cNvPr id="76" name="Google Shape;76;g2bccfc52019_0_110"/>
          <p:cNvSpPr/>
          <p:nvPr/>
        </p:nvSpPr>
        <p:spPr>
          <a:xfrm>
            <a:off x="5245138" y="2920700"/>
            <a:ext cx="1475100" cy="4158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666666"/>
                </a:solidFill>
                <a:latin typeface="Inter"/>
                <a:ea typeface="Inter"/>
                <a:cs typeface="Inter"/>
                <a:sym typeface="Inter"/>
              </a:rPr>
              <a:t>Siemens</a:t>
            </a:r>
            <a:endParaRPr>
              <a:solidFill>
                <a:srgbClr val="666666"/>
              </a:solidFill>
              <a:latin typeface="Inter"/>
              <a:ea typeface="Inter"/>
              <a:cs typeface="Inter"/>
              <a:sym typeface="Inter"/>
            </a:endParaRPr>
          </a:p>
        </p:txBody>
      </p:sp>
      <p:sp>
        <p:nvSpPr>
          <p:cNvPr id="77" name="Google Shape;77;g2bccfc52019_0_110"/>
          <p:cNvSpPr/>
          <p:nvPr/>
        </p:nvSpPr>
        <p:spPr>
          <a:xfrm>
            <a:off x="6888725" y="2984388"/>
            <a:ext cx="1475100" cy="5514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rgbClr val="666666"/>
                </a:solidFill>
                <a:latin typeface="Inter"/>
                <a:ea typeface="Inter"/>
                <a:cs typeface="Inter"/>
                <a:sym typeface="Inter"/>
              </a:rPr>
              <a:t>Software &amp; Connectivity Edge Developer</a:t>
            </a:r>
            <a:endParaRPr sz="1200">
              <a:solidFill>
                <a:srgbClr val="666666"/>
              </a:solidFill>
              <a:latin typeface="Inter"/>
              <a:ea typeface="Inter"/>
              <a:cs typeface="Inter"/>
              <a:sym typeface="Inter"/>
            </a:endParaRPr>
          </a:p>
        </p:txBody>
      </p:sp>
      <p:sp>
        <p:nvSpPr>
          <p:cNvPr id="78" name="Google Shape;78;g2bccfc52019_0_110"/>
          <p:cNvSpPr/>
          <p:nvPr/>
        </p:nvSpPr>
        <p:spPr>
          <a:xfrm>
            <a:off x="5245150" y="3622875"/>
            <a:ext cx="1475100" cy="4158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666666"/>
                </a:solidFill>
                <a:latin typeface="Inter"/>
                <a:ea typeface="Inter"/>
                <a:cs typeface="Inter"/>
                <a:sym typeface="Inter"/>
              </a:rPr>
              <a:t>UALG</a:t>
            </a:r>
            <a:endParaRPr>
              <a:solidFill>
                <a:srgbClr val="666666"/>
              </a:solidFill>
              <a:latin typeface="Inter"/>
              <a:ea typeface="Inter"/>
              <a:cs typeface="Inter"/>
              <a:sym typeface="Inter"/>
            </a:endParaRPr>
          </a:p>
        </p:txBody>
      </p:sp>
      <p:sp>
        <p:nvSpPr>
          <p:cNvPr id="79" name="Google Shape;79;g2bccfc52019_0_110"/>
          <p:cNvSpPr/>
          <p:nvPr/>
        </p:nvSpPr>
        <p:spPr>
          <a:xfrm>
            <a:off x="6888725" y="3622875"/>
            <a:ext cx="1475100" cy="4158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rgbClr val="666666"/>
                </a:solidFill>
                <a:latin typeface="Inter"/>
                <a:ea typeface="Inter"/>
                <a:cs typeface="Inter"/>
                <a:sym typeface="Inter"/>
              </a:rPr>
              <a:t>Computer Science</a:t>
            </a:r>
            <a:endParaRPr sz="1200">
              <a:solidFill>
                <a:srgbClr val="666666"/>
              </a:solidFill>
              <a:latin typeface="Inter"/>
              <a:ea typeface="Inter"/>
              <a:cs typeface="Inter"/>
              <a:sym typeface="Inter"/>
            </a:endParaRPr>
          </a:p>
        </p:txBody>
      </p:sp>
      <p:sp>
        <p:nvSpPr>
          <p:cNvPr id="80" name="Google Shape;80;g2bccfc52019_0_110"/>
          <p:cNvSpPr/>
          <p:nvPr/>
        </p:nvSpPr>
        <p:spPr>
          <a:xfrm>
            <a:off x="424250" y="4168125"/>
            <a:ext cx="3662100" cy="415800"/>
          </a:xfrm>
          <a:prstGeom prst="roundRect">
            <a:avLst>
              <a:gd fmla="val 16667" name="adj"/>
            </a:avLst>
          </a:prstGeom>
          <a:solidFill>
            <a:srgbClr val="ED1E44"/>
          </a:solidFill>
          <a:ln cap="flat" cmpd="sng" w="19050">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chemeClr val="lt1"/>
                </a:solidFill>
                <a:latin typeface="Fredoka"/>
                <a:ea typeface="Fredoka"/>
                <a:cs typeface="Fredoka"/>
                <a:sym typeface="Fredoka"/>
              </a:rPr>
              <a:t>+30 countries | +100 cities | +50 tours</a:t>
            </a:r>
            <a:endParaRPr sz="1600">
              <a:solidFill>
                <a:schemeClr val="lt1"/>
              </a:solidFill>
              <a:latin typeface="Fredoka"/>
              <a:ea typeface="Fredoka"/>
              <a:cs typeface="Fredoka"/>
              <a:sym typeface="Fredoka"/>
            </a:endParaRPr>
          </a:p>
        </p:txBody>
      </p:sp>
      <p:sp>
        <p:nvSpPr>
          <p:cNvPr id="81" name="Google Shape;81;g2bccfc52019_0_110"/>
          <p:cNvSpPr/>
          <p:nvPr/>
        </p:nvSpPr>
        <p:spPr>
          <a:xfrm>
            <a:off x="5057650" y="4168125"/>
            <a:ext cx="3662100" cy="415800"/>
          </a:xfrm>
          <a:prstGeom prst="roundRect">
            <a:avLst>
              <a:gd fmla="val 16667" name="adj"/>
            </a:avLst>
          </a:prstGeom>
          <a:solidFill>
            <a:srgbClr val="ED1E44"/>
          </a:solidFill>
          <a:ln cap="flat" cmpd="sng" w="19050">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chemeClr val="lt1"/>
                </a:solidFill>
                <a:latin typeface="Fredoka"/>
                <a:ea typeface="Fredoka"/>
                <a:cs typeface="Fredoka"/>
                <a:sym typeface="Fredoka"/>
              </a:rPr>
              <a:t>+10 countries | +30 cities | +10 tours</a:t>
            </a:r>
            <a:endParaRPr sz="1600">
              <a:solidFill>
                <a:schemeClr val="lt1"/>
              </a:solidFill>
              <a:latin typeface="Fredoka"/>
              <a:ea typeface="Fredoka"/>
              <a:cs typeface="Fredoka"/>
              <a:sym typeface="Fredok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g2b8030a1825_0_10"/>
          <p:cNvSpPr txBox="1"/>
          <p:nvPr/>
        </p:nvSpPr>
        <p:spPr>
          <a:xfrm>
            <a:off x="0" y="4729225"/>
            <a:ext cx="19170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999999"/>
                </a:solidFill>
                <a:latin typeface="Fredoka"/>
                <a:ea typeface="Fredoka"/>
                <a:cs typeface="Fredoka"/>
                <a:sym typeface="Fredoka"/>
              </a:rPr>
              <a:t>pockettours.com</a:t>
            </a:r>
            <a:endParaRPr sz="1100">
              <a:solidFill>
                <a:srgbClr val="999999"/>
              </a:solidFill>
              <a:latin typeface="Fredoka"/>
              <a:ea typeface="Fredoka"/>
              <a:cs typeface="Fredoka"/>
              <a:sym typeface="Fredoka"/>
            </a:endParaRPr>
          </a:p>
        </p:txBody>
      </p:sp>
      <p:sp>
        <p:nvSpPr>
          <p:cNvPr id="87" name="Google Shape;87;g2b8030a1825_0_10"/>
          <p:cNvSpPr txBox="1"/>
          <p:nvPr/>
        </p:nvSpPr>
        <p:spPr>
          <a:xfrm>
            <a:off x="8186700" y="4729225"/>
            <a:ext cx="957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999999"/>
                </a:solidFill>
                <a:latin typeface="Fredoka"/>
                <a:ea typeface="Fredoka"/>
                <a:cs typeface="Fredoka"/>
                <a:sym typeface="Fredoka"/>
              </a:rPr>
              <a:t>@2024</a:t>
            </a:r>
            <a:endParaRPr sz="1100">
              <a:solidFill>
                <a:srgbClr val="999999"/>
              </a:solidFill>
              <a:latin typeface="Fredoka"/>
              <a:ea typeface="Fredoka"/>
              <a:cs typeface="Fredoka"/>
              <a:sym typeface="Fredoka"/>
            </a:endParaRPr>
          </a:p>
        </p:txBody>
      </p:sp>
      <p:sp>
        <p:nvSpPr>
          <p:cNvPr id="88" name="Google Shape;88;g2b8030a1825_0_10"/>
          <p:cNvSpPr txBox="1"/>
          <p:nvPr/>
        </p:nvSpPr>
        <p:spPr>
          <a:xfrm>
            <a:off x="3613500" y="4729225"/>
            <a:ext cx="19170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999999"/>
                </a:solidFill>
                <a:latin typeface="Fredoka"/>
                <a:ea typeface="Fredoka"/>
                <a:cs typeface="Fredoka"/>
                <a:sym typeface="Fredoka"/>
              </a:rPr>
              <a:t>city tours in your pocket</a:t>
            </a:r>
            <a:endParaRPr sz="1100">
              <a:solidFill>
                <a:srgbClr val="999999"/>
              </a:solidFill>
              <a:latin typeface="Fredoka"/>
              <a:ea typeface="Fredoka"/>
              <a:cs typeface="Fredoka"/>
              <a:sym typeface="Fredoka"/>
            </a:endParaRPr>
          </a:p>
        </p:txBody>
      </p:sp>
      <p:cxnSp>
        <p:nvCxnSpPr>
          <p:cNvPr id="89" name="Google Shape;89;g2b8030a1825_0_10"/>
          <p:cNvCxnSpPr/>
          <p:nvPr/>
        </p:nvCxnSpPr>
        <p:spPr>
          <a:xfrm rot="10800000">
            <a:off x="968400" y="270025"/>
            <a:ext cx="8175600" cy="4800"/>
          </a:xfrm>
          <a:prstGeom prst="straightConnector1">
            <a:avLst/>
          </a:prstGeom>
          <a:noFill/>
          <a:ln cap="flat" cmpd="sng" w="28575">
            <a:solidFill>
              <a:srgbClr val="ED1E44"/>
            </a:solidFill>
            <a:prstDash val="solid"/>
            <a:round/>
            <a:headEnd len="med" w="med" type="none"/>
            <a:tailEnd len="med" w="med" type="none"/>
          </a:ln>
        </p:spPr>
      </p:cxnSp>
      <p:pic>
        <p:nvPicPr>
          <p:cNvPr id="90" name="Google Shape;90;g2b8030a1825_0_10"/>
          <p:cNvPicPr preferRelativeResize="0"/>
          <p:nvPr/>
        </p:nvPicPr>
        <p:blipFill rotWithShape="1">
          <a:blip r:embed="rId3">
            <a:alphaModFix/>
          </a:blip>
          <a:srcRect b="44952" l="23629" r="28117" t="0"/>
          <a:stretch/>
        </p:blipFill>
        <p:spPr>
          <a:xfrm>
            <a:off x="235225" y="181550"/>
            <a:ext cx="572326" cy="551551"/>
          </a:xfrm>
          <a:prstGeom prst="rect">
            <a:avLst/>
          </a:prstGeom>
          <a:noFill/>
          <a:ln>
            <a:noFill/>
          </a:ln>
        </p:spPr>
      </p:pic>
      <p:sp>
        <p:nvSpPr>
          <p:cNvPr id="91" name="Google Shape;91;g2b8030a1825_0_10"/>
          <p:cNvSpPr/>
          <p:nvPr/>
        </p:nvSpPr>
        <p:spPr>
          <a:xfrm>
            <a:off x="953075" y="419100"/>
            <a:ext cx="24425" cy="19050"/>
          </a:xfrm>
          <a:prstGeom prst="flowChartOnlineStorage">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92" name="Google Shape;92;g2b8030a1825_0_10"/>
          <p:cNvSpPr/>
          <p:nvPr/>
        </p:nvSpPr>
        <p:spPr>
          <a:xfrm>
            <a:off x="858750" y="260350"/>
            <a:ext cx="2341800" cy="294900"/>
          </a:xfrm>
          <a:prstGeom prst="roundRect">
            <a:avLst>
              <a:gd fmla="val 11318" name="adj"/>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Fredoka Medium"/>
                <a:ea typeface="Fredoka Medium"/>
                <a:cs typeface="Fredoka Medium"/>
                <a:sym typeface="Fredoka Medium"/>
              </a:rPr>
              <a:t>WHY POCKET TOURS?</a:t>
            </a:r>
            <a:endParaRPr>
              <a:solidFill>
                <a:schemeClr val="lt1"/>
              </a:solidFill>
              <a:latin typeface="Fredoka Medium"/>
              <a:ea typeface="Fredoka Medium"/>
              <a:cs typeface="Fredoka Medium"/>
              <a:sym typeface="Fredoka Medium"/>
            </a:endParaRPr>
          </a:p>
        </p:txBody>
      </p:sp>
      <p:sp>
        <p:nvSpPr>
          <p:cNvPr id="93" name="Google Shape;93;g2b8030a1825_0_10"/>
          <p:cNvSpPr txBox="1"/>
          <p:nvPr/>
        </p:nvSpPr>
        <p:spPr>
          <a:xfrm>
            <a:off x="0" y="1624675"/>
            <a:ext cx="9144000" cy="1954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4000">
                <a:solidFill>
                  <a:schemeClr val="dk2"/>
                </a:solidFill>
                <a:latin typeface="Inter"/>
                <a:ea typeface="Inter"/>
                <a:cs typeface="Inter"/>
                <a:sym typeface="Inter"/>
              </a:rPr>
              <a:t>Everyone can become a</a:t>
            </a:r>
            <a:endParaRPr sz="4000">
              <a:solidFill>
                <a:schemeClr val="dk2"/>
              </a:solidFill>
              <a:latin typeface="Inter"/>
              <a:ea typeface="Inter"/>
              <a:cs typeface="Inter"/>
              <a:sym typeface="Inter"/>
            </a:endParaRPr>
          </a:p>
          <a:p>
            <a:pPr indent="0" lvl="0" marL="0" rtl="0" algn="ctr">
              <a:spcBef>
                <a:spcPts val="0"/>
              </a:spcBef>
              <a:spcAft>
                <a:spcPts val="0"/>
              </a:spcAft>
              <a:buNone/>
            </a:pPr>
            <a:r>
              <a:rPr b="1" lang="en" sz="7500">
                <a:solidFill>
                  <a:srgbClr val="ED1E44"/>
                </a:solidFill>
                <a:latin typeface="Inter"/>
                <a:ea typeface="Inter"/>
                <a:cs typeface="Inter"/>
                <a:sym typeface="Inter"/>
              </a:rPr>
              <a:t> storyteller.</a:t>
            </a:r>
            <a:endParaRPr b="1" sz="7500">
              <a:solidFill>
                <a:srgbClr val="ED1E44"/>
              </a:solidFill>
              <a:latin typeface="Inter"/>
              <a:ea typeface="Inter"/>
              <a:cs typeface="Inter"/>
              <a:sym typeface="Inte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g2b8030a1825_0_155"/>
          <p:cNvSpPr txBox="1"/>
          <p:nvPr/>
        </p:nvSpPr>
        <p:spPr>
          <a:xfrm>
            <a:off x="0" y="4729225"/>
            <a:ext cx="19170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999999"/>
                </a:solidFill>
                <a:latin typeface="Fredoka"/>
                <a:ea typeface="Fredoka"/>
                <a:cs typeface="Fredoka"/>
                <a:sym typeface="Fredoka"/>
              </a:rPr>
              <a:t>pockettours.com</a:t>
            </a:r>
            <a:endParaRPr sz="1100">
              <a:solidFill>
                <a:srgbClr val="999999"/>
              </a:solidFill>
              <a:latin typeface="Fredoka"/>
              <a:ea typeface="Fredoka"/>
              <a:cs typeface="Fredoka"/>
              <a:sym typeface="Fredoka"/>
            </a:endParaRPr>
          </a:p>
        </p:txBody>
      </p:sp>
      <p:sp>
        <p:nvSpPr>
          <p:cNvPr id="99" name="Google Shape;99;g2b8030a1825_0_155"/>
          <p:cNvSpPr txBox="1"/>
          <p:nvPr/>
        </p:nvSpPr>
        <p:spPr>
          <a:xfrm>
            <a:off x="8186700" y="4729225"/>
            <a:ext cx="957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999999"/>
                </a:solidFill>
                <a:latin typeface="Fredoka"/>
                <a:ea typeface="Fredoka"/>
                <a:cs typeface="Fredoka"/>
                <a:sym typeface="Fredoka"/>
              </a:rPr>
              <a:t>@2024</a:t>
            </a:r>
            <a:endParaRPr sz="1100">
              <a:solidFill>
                <a:srgbClr val="999999"/>
              </a:solidFill>
              <a:latin typeface="Fredoka"/>
              <a:ea typeface="Fredoka"/>
              <a:cs typeface="Fredoka"/>
              <a:sym typeface="Fredoka"/>
            </a:endParaRPr>
          </a:p>
        </p:txBody>
      </p:sp>
      <p:sp>
        <p:nvSpPr>
          <p:cNvPr id="100" name="Google Shape;100;g2b8030a1825_0_155"/>
          <p:cNvSpPr txBox="1"/>
          <p:nvPr/>
        </p:nvSpPr>
        <p:spPr>
          <a:xfrm>
            <a:off x="3613500" y="4729225"/>
            <a:ext cx="19170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999999"/>
                </a:solidFill>
                <a:latin typeface="Fredoka"/>
                <a:ea typeface="Fredoka"/>
                <a:cs typeface="Fredoka"/>
                <a:sym typeface="Fredoka"/>
              </a:rPr>
              <a:t>city</a:t>
            </a:r>
            <a:r>
              <a:rPr lang="en" sz="1100">
                <a:solidFill>
                  <a:srgbClr val="999999"/>
                </a:solidFill>
                <a:latin typeface="Fredoka"/>
                <a:ea typeface="Fredoka"/>
                <a:cs typeface="Fredoka"/>
                <a:sym typeface="Fredoka"/>
              </a:rPr>
              <a:t> tours in your pocket</a:t>
            </a:r>
            <a:endParaRPr sz="1100">
              <a:solidFill>
                <a:srgbClr val="999999"/>
              </a:solidFill>
              <a:latin typeface="Fredoka"/>
              <a:ea typeface="Fredoka"/>
              <a:cs typeface="Fredoka"/>
              <a:sym typeface="Fredoka"/>
            </a:endParaRPr>
          </a:p>
        </p:txBody>
      </p:sp>
      <p:sp>
        <p:nvSpPr>
          <p:cNvPr id="101" name="Google Shape;101;g2b8030a1825_0_155"/>
          <p:cNvSpPr/>
          <p:nvPr/>
        </p:nvSpPr>
        <p:spPr>
          <a:xfrm>
            <a:off x="5640125" y="875588"/>
            <a:ext cx="1534200" cy="418200"/>
          </a:xfrm>
          <a:prstGeom prst="roundRect">
            <a:avLst>
              <a:gd fmla="val 11318" name="adj"/>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Fredoka Medium"/>
                <a:ea typeface="Fredoka Medium"/>
                <a:cs typeface="Fredoka Medium"/>
                <a:sym typeface="Fredoka Medium"/>
              </a:rPr>
              <a:t>GUIDES</a:t>
            </a:r>
            <a:endParaRPr>
              <a:solidFill>
                <a:schemeClr val="lt1"/>
              </a:solidFill>
              <a:latin typeface="Fredoka Medium"/>
              <a:ea typeface="Fredoka Medium"/>
              <a:cs typeface="Fredoka Medium"/>
              <a:sym typeface="Fredoka Medium"/>
            </a:endParaRPr>
          </a:p>
        </p:txBody>
      </p:sp>
      <p:sp>
        <p:nvSpPr>
          <p:cNvPr id="102" name="Google Shape;102;g2b8030a1825_0_155"/>
          <p:cNvSpPr/>
          <p:nvPr/>
        </p:nvSpPr>
        <p:spPr>
          <a:xfrm>
            <a:off x="755000" y="2191988"/>
            <a:ext cx="1534200" cy="418200"/>
          </a:xfrm>
          <a:prstGeom prst="roundRect">
            <a:avLst>
              <a:gd fmla="val 11318" name="adj"/>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Fredoka Medium"/>
                <a:ea typeface="Fredoka Medium"/>
                <a:cs typeface="Fredoka Medium"/>
                <a:sym typeface="Fredoka Medium"/>
              </a:rPr>
              <a:t>TRAVELERS</a:t>
            </a:r>
            <a:endParaRPr>
              <a:solidFill>
                <a:schemeClr val="lt1"/>
              </a:solidFill>
              <a:latin typeface="Fredoka Medium"/>
              <a:ea typeface="Fredoka Medium"/>
              <a:cs typeface="Fredoka Medium"/>
              <a:sym typeface="Fredoka Medium"/>
            </a:endParaRPr>
          </a:p>
        </p:txBody>
      </p:sp>
      <p:sp>
        <p:nvSpPr>
          <p:cNvPr id="103" name="Google Shape;103;g2b8030a1825_0_155"/>
          <p:cNvSpPr/>
          <p:nvPr/>
        </p:nvSpPr>
        <p:spPr>
          <a:xfrm>
            <a:off x="6496025" y="3803575"/>
            <a:ext cx="1534200" cy="418200"/>
          </a:xfrm>
          <a:prstGeom prst="roundRect">
            <a:avLst>
              <a:gd fmla="val 11318" name="adj"/>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Fredoka Medium"/>
                <a:ea typeface="Fredoka Medium"/>
                <a:cs typeface="Fredoka Medium"/>
                <a:sym typeface="Fredoka Medium"/>
              </a:rPr>
              <a:t>SPONSORS</a:t>
            </a:r>
            <a:endParaRPr>
              <a:solidFill>
                <a:schemeClr val="lt1"/>
              </a:solidFill>
              <a:latin typeface="Fredoka Medium"/>
              <a:ea typeface="Fredoka Medium"/>
              <a:cs typeface="Fredoka Medium"/>
              <a:sym typeface="Fredoka Medium"/>
            </a:endParaRPr>
          </a:p>
        </p:txBody>
      </p:sp>
      <p:cxnSp>
        <p:nvCxnSpPr>
          <p:cNvPr id="104" name="Google Shape;104;g2b8030a1825_0_155"/>
          <p:cNvCxnSpPr>
            <a:stCxn id="105" idx="1"/>
            <a:endCxn id="102" idx="3"/>
          </p:cNvCxnSpPr>
          <p:nvPr/>
        </p:nvCxnSpPr>
        <p:spPr>
          <a:xfrm rot="10800000">
            <a:off x="2289318" y="2401218"/>
            <a:ext cx="1536600" cy="294900"/>
          </a:xfrm>
          <a:prstGeom prst="straightConnector1">
            <a:avLst/>
          </a:prstGeom>
          <a:noFill/>
          <a:ln cap="flat" cmpd="sng" w="9525">
            <a:solidFill>
              <a:schemeClr val="dk2"/>
            </a:solidFill>
            <a:prstDash val="solid"/>
            <a:round/>
            <a:headEnd len="med" w="med" type="stealth"/>
            <a:tailEnd len="med" w="med" type="stealth"/>
          </a:ln>
        </p:spPr>
      </p:cxnSp>
      <p:pic>
        <p:nvPicPr>
          <p:cNvPr id="105" name="Google Shape;105;g2b8030a1825_0_155"/>
          <p:cNvPicPr preferRelativeResize="0"/>
          <p:nvPr/>
        </p:nvPicPr>
        <p:blipFill>
          <a:blip r:embed="rId3">
            <a:alphaModFix/>
          </a:blip>
          <a:stretch>
            <a:fillRect/>
          </a:stretch>
        </p:blipFill>
        <p:spPr>
          <a:xfrm rot="-1044873">
            <a:off x="3803455" y="1557641"/>
            <a:ext cx="980196" cy="1983597"/>
          </a:xfrm>
          <a:prstGeom prst="rect">
            <a:avLst/>
          </a:prstGeom>
          <a:noFill/>
          <a:ln>
            <a:noFill/>
          </a:ln>
          <a:effectLst>
            <a:outerShdw blurRad="57150" rotWithShape="0" algn="bl" dir="5400000" dist="19050">
              <a:srgbClr val="000000">
                <a:alpha val="50000"/>
              </a:srgbClr>
            </a:outerShdw>
          </a:effectLst>
        </p:spPr>
      </p:pic>
      <p:cxnSp>
        <p:nvCxnSpPr>
          <p:cNvPr id="106" name="Google Shape;106;g2b8030a1825_0_155"/>
          <p:cNvCxnSpPr>
            <a:stCxn id="103" idx="1"/>
            <a:endCxn id="105" idx="2"/>
          </p:cNvCxnSpPr>
          <p:nvPr/>
        </p:nvCxnSpPr>
        <p:spPr>
          <a:xfrm rot="10800000">
            <a:off x="4590425" y="3495775"/>
            <a:ext cx="1905600" cy="516900"/>
          </a:xfrm>
          <a:prstGeom prst="straightConnector1">
            <a:avLst/>
          </a:prstGeom>
          <a:noFill/>
          <a:ln cap="flat" cmpd="sng" w="9525">
            <a:solidFill>
              <a:schemeClr val="dk2"/>
            </a:solidFill>
            <a:prstDash val="solid"/>
            <a:round/>
            <a:headEnd len="med" w="med" type="stealth"/>
            <a:tailEnd len="med" w="med" type="stealth"/>
          </a:ln>
        </p:spPr>
      </p:cxnSp>
      <p:cxnSp>
        <p:nvCxnSpPr>
          <p:cNvPr id="107" name="Google Shape;107;g2b8030a1825_0_155"/>
          <p:cNvCxnSpPr>
            <a:stCxn id="105" idx="3"/>
            <a:endCxn id="101" idx="1"/>
          </p:cNvCxnSpPr>
          <p:nvPr/>
        </p:nvCxnSpPr>
        <p:spPr>
          <a:xfrm flipH="1" rot="10800000">
            <a:off x="4761186" y="1084562"/>
            <a:ext cx="879000" cy="1318200"/>
          </a:xfrm>
          <a:prstGeom prst="straightConnector1">
            <a:avLst/>
          </a:prstGeom>
          <a:noFill/>
          <a:ln cap="flat" cmpd="sng" w="9525">
            <a:solidFill>
              <a:schemeClr val="dk2"/>
            </a:solidFill>
            <a:prstDash val="solid"/>
            <a:round/>
            <a:headEnd len="med" w="med" type="stealth"/>
            <a:tailEnd len="med" w="med" type="stealth"/>
          </a:ln>
        </p:spPr>
      </p:cxnSp>
      <p:cxnSp>
        <p:nvCxnSpPr>
          <p:cNvPr id="108" name="Google Shape;108;g2b8030a1825_0_155"/>
          <p:cNvCxnSpPr/>
          <p:nvPr/>
        </p:nvCxnSpPr>
        <p:spPr>
          <a:xfrm rot="10800000">
            <a:off x="968400" y="270025"/>
            <a:ext cx="8175600" cy="4800"/>
          </a:xfrm>
          <a:prstGeom prst="straightConnector1">
            <a:avLst/>
          </a:prstGeom>
          <a:noFill/>
          <a:ln cap="flat" cmpd="sng" w="28575">
            <a:solidFill>
              <a:srgbClr val="ED1E44"/>
            </a:solidFill>
            <a:prstDash val="solid"/>
            <a:round/>
            <a:headEnd len="med" w="med" type="none"/>
            <a:tailEnd len="med" w="med" type="none"/>
          </a:ln>
        </p:spPr>
      </p:cxnSp>
      <p:pic>
        <p:nvPicPr>
          <p:cNvPr id="109" name="Google Shape;109;g2b8030a1825_0_155"/>
          <p:cNvPicPr preferRelativeResize="0"/>
          <p:nvPr/>
        </p:nvPicPr>
        <p:blipFill rotWithShape="1">
          <a:blip r:embed="rId4">
            <a:alphaModFix/>
          </a:blip>
          <a:srcRect b="44952" l="23629" r="28117" t="0"/>
          <a:stretch/>
        </p:blipFill>
        <p:spPr>
          <a:xfrm>
            <a:off x="235225" y="181550"/>
            <a:ext cx="572326" cy="551551"/>
          </a:xfrm>
          <a:prstGeom prst="rect">
            <a:avLst/>
          </a:prstGeom>
          <a:noFill/>
          <a:ln>
            <a:noFill/>
          </a:ln>
        </p:spPr>
      </p:pic>
      <p:sp>
        <p:nvSpPr>
          <p:cNvPr id="110" name="Google Shape;110;g2b8030a1825_0_155"/>
          <p:cNvSpPr/>
          <p:nvPr/>
        </p:nvSpPr>
        <p:spPr>
          <a:xfrm>
            <a:off x="953075" y="419100"/>
            <a:ext cx="24425" cy="19050"/>
          </a:xfrm>
          <a:prstGeom prst="flowChartOnlineStorage">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11" name="Google Shape;111;g2b8030a1825_0_155"/>
          <p:cNvSpPr/>
          <p:nvPr/>
        </p:nvSpPr>
        <p:spPr>
          <a:xfrm>
            <a:off x="858750" y="260350"/>
            <a:ext cx="2341800" cy="294900"/>
          </a:xfrm>
          <a:prstGeom prst="roundRect">
            <a:avLst>
              <a:gd fmla="val 11318" name="adj"/>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Fredoka Medium"/>
                <a:ea typeface="Fredoka Medium"/>
                <a:cs typeface="Fredoka Medium"/>
                <a:sym typeface="Fredoka Medium"/>
              </a:rPr>
              <a:t>AN APP FOR EVERYONE</a:t>
            </a:r>
            <a:endParaRPr>
              <a:solidFill>
                <a:schemeClr val="lt1"/>
              </a:solidFill>
              <a:latin typeface="Fredoka Medium"/>
              <a:ea typeface="Fredoka Medium"/>
              <a:cs typeface="Fredoka Medium"/>
              <a:sym typeface="Fredoka Medium"/>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g2b8030a1825_0_34"/>
          <p:cNvSpPr txBox="1"/>
          <p:nvPr/>
        </p:nvSpPr>
        <p:spPr>
          <a:xfrm>
            <a:off x="0" y="4729225"/>
            <a:ext cx="19170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999999"/>
                </a:solidFill>
                <a:latin typeface="Fredoka"/>
                <a:ea typeface="Fredoka"/>
                <a:cs typeface="Fredoka"/>
                <a:sym typeface="Fredoka"/>
              </a:rPr>
              <a:t>pockettours.com</a:t>
            </a:r>
            <a:endParaRPr sz="1100">
              <a:solidFill>
                <a:srgbClr val="999999"/>
              </a:solidFill>
              <a:latin typeface="Fredoka"/>
              <a:ea typeface="Fredoka"/>
              <a:cs typeface="Fredoka"/>
              <a:sym typeface="Fredoka"/>
            </a:endParaRPr>
          </a:p>
        </p:txBody>
      </p:sp>
      <p:sp>
        <p:nvSpPr>
          <p:cNvPr id="117" name="Google Shape;117;g2b8030a1825_0_34"/>
          <p:cNvSpPr txBox="1"/>
          <p:nvPr/>
        </p:nvSpPr>
        <p:spPr>
          <a:xfrm>
            <a:off x="8186700" y="4729225"/>
            <a:ext cx="957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999999"/>
                </a:solidFill>
                <a:latin typeface="Fredoka"/>
                <a:ea typeface="Fredoka"/>
                <a:cs typeface="Fredoka"/>
                <a:sym typeface="Fredoka"/>
              </a:rPr>
              <a:t>@2024</a:t>
            </a:r>
            <a:endParaRPr sz="1100">
              <a:solidFill>
                <a:srgbClr val="999999"/>
              </a:solidFill>
              <a:latin typeface="Fredoka"/>
              <a:ea typeface="Fredoka"/>
              <a:cs typeface="Fredoka"/>
              <a:sym typeface="Fredoka"/>
            </a:endParaRPr>
          </a:p>
        </p:txBody>
      </p:sp>
      <p:sp>
        <p:nvSpPr>
          <p:cNvPr id="118" name="Google Shape;118;g2b8030a1825_0_34"/>
          <p:cNvSpPr txBox="1"/>
          <p:nvPr/>
        </p:nvSpPr>
        <p:spPr>
          <a:xfrm>
            <a:off x="3613500" y="4729225"/>
            <a:ext cx="19170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999999"/>
                </a:solidFill>
                <a:latin typeface="Fredoka"/>
                <a:ea typeface="Fredoka"/>
                <a:cs typeface="Fredoka"/>
                <a:sym typeface="Fredoka"/>
              </a:rPr>
              <a:t>city</a:t>
            </a:r>
            <a:r>
              <a:rPr lang="en" sz="1100">
                <a:solidFill>
                  <a:srgbClr val="999999"/>
                </a:solidFill>
                <a:latin typeface="Fredoka"/>
                <a:ea typeface="Fredoka"/>
                <a:cs typeface="Fredoka"/>
                <a:sym typeface="Fredoka"/>
              </a:rPr>
              <a:t> tours in your pocket</a:t>
            </a:r>
            <a:endParaRPr sz="1100">
              <a:solidFill>
                <a:srgbClr val="999999"/>
              </a:solidFill>
              <a:latin typeface="Fredoka"/>
              <a:ea typeface="Fredoka"/>
              <a:cs typeface="Fredoka"/>
              <a:sym typeface="Fredoka"/>
            </a:endParaRPr>
          </a:p>
        </p:txBody>
      </p:sp>
      <p:cxnSp>
        <p:nvCxnSpPr>
          <p:cNvPr id="119" name="Google Shape;119;g2b8030a1825_0_34"/>
          <p:cNvCxnSpPr/>
          <p:nvPr/>
        </p:nvCxnSpPr>
        <p:spPr>
          <a:xfrm rot="10800000">
            <a:off x="968400" y="270025"/>
            <a:ext cx="8175600" cy="4800"/>
          </a:xfrm>
          <a:prstGeom prst="straightConnector1">
            <a:avLst/>
          </a:prstGeom>
          <a:noFill/>
          <a:ln cap="flat" cmpd="sng" w="28575">
            <a:solidFill>
              <a:srgbClr val="ED1E44"/>
            </a:solidFill>
            <a:prstDash val="solid"/>
            <a:round/>
            <a:headEnd len="med" w="med" type="none"/>
            <a:tailEnd len="med" w="med" type="none"/>
          </a:ln>
        </p:spPr>
      </p:cxnSp>
      <p:pic>
        <p:nvPicPr>
          <p:cNvPr id="120" name="Google Shape;120;g2b8030a1825_0_34"/>
          <p:cNvPicPr preferRelativeResize="0"/>
          <p:nvPr/>
        </p:nvPicPr>
        <p:blipFill rotWithShape="1">
          <a:blip r:embed="rId3">
            <a:alphaModFix/>
          </a:blip>
          <a:srcRect b="44952" l="23629" r="28117" t="0"/>
          <a:stretch/>
        </p:blipFill>
        <p:spPr>
          <a:xfrm>
            <a:off x="235225" y="181550"/>
            <a:ext cx="572326" cy="551551"/>
          </a:xfrm>
          <a:prstGeom prst="rect">
            <a:avLst/>
          </a:prstGeom>
          <a:noFill/>
          <a:ln>
            <a:noFill/>
          </a:ln>
        </p:spPr>
      </p:pic>
      <p:sp>
        <p:nvSpPr>
          <p:cNvPr id="121" name="Google Shape;121;g2b8030a1825_0_34"/>
          <p:cNvSpPr/>
          <p:nvPr/>
        </p:nvSpPr>
        <p:spPr>
          <a:xfrm>
            <a:off x="953075" y="419100"/>
            <a:ext cx="24425" cy="19050"/>
          </a:xfrm>
          <a:prstGeom prst="flowChartOnlineStorage">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22" name="Google Shape;122;g2b8030a1825_0_34"/>
          <p:cNvSpPr/>
          <p:nvPr/>
        </p:nvSpPr>
        <p:spPr>
          <a:xfrm>
            <a:off x="858750" y="260350"/>
            <a:ext cx="2341800" cy="294900"/>
          </a:xfrm>
          <a:prstGeom prst="roundRect">
            <a:avLst>
              <a:gd fmla="val 11318" name="adj"/>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Fredoka Medium"/>
                <a:ea typeface="Fredoka Medium"/>
                <a:cs typeface="Fredoka Medium"/>
                <a:sym typeface="Fredoka Medium"/>
              </a:rPr>
              <a:t>Tourists </a:t>
            </a:r>
            <a:endParaRPr>
              <a:solidFill>
                <a:schemeClr val="lt1"/>
              </a:solidFill>
              <a:latin typeface="Fredoka Medium"/>
              <a:ea typeface="Fredoka Medium"/>
              <a:cs typeface="Fredoka Medium"/>
              <a:sym typeface="Fredoka Medium"/>
            </a:endParaRPr>
          </a:p>
        </p:txBody>
      </p:sp>
      <p:sp>
        <p:nvSpPr>
          <p:cNvPr id="123" name="Google Shape;123;g2b8030a1825_0_34"/>
          <p:cNvSpPr txBox="1"/>
          <p:nvPr/>
        </p:nvSpPr>
        <p:spPr>
          <a:xfrm>
            <a:off x="912613" y="1174988"/>
            <a:ext cx="1829700" cy="708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700">
                <a:solidFill>
                  <a:srgbClr val="999999"/>
                </a:solidFill>
                <a:latin typeface="Inter"/>
                <a:ea typeface="Inter"/>
                <a:cs typeface="Inter"/>
                <a:sym typeface="Inter"/>
              </a:rPr>
              <a:t>Weather</a:t>
            </a:r>
            <a:endParaRPr sz="1700">
              <a:solidFill>
                <a:srgbClr val="999999"/>
              </a:solidFill>
              <a:latin typeface="Inter"/>
              <a:ea typeface="Inter"/>
              <a:cs typeface="Inter"/>
              <a:sym typeface="Inter"/>
            </a:endParaRPr>
          </a:p>
          <a:p>
            <a:pPr indent="0" lvl="0" marL="0" rtl="0" algn="ctr">
              <a:spcBef>
                <a:spcPts val="0"/>
              </a:spcBef>
              <a:spcAft>
                <a:spcPts val="0"/>
              </a:spcAft>
              <a:buNone/>
            </a:pPr>
            <a:r>
              <a:rPr lang="en" sz="1700">
                <a:solidFill>
                  <a:srgbClr val="999999"/>
                </a:solidFill>
                <a:latin typeface="Inter"/>
                <a:ea typeface="Inter"/>
                <a:cs typeface="Inter"/>
                <a:sym typeface="Inter"/>
              </a:rPr>
              <a:t>Conditions </a:t>
            </a:r>
            <a:endParaRPr sz="1700">
              <a:solidFill>
                <a:srgbClr val="999999"/>
              </a:solidFill>
              <a:latin typeface="Inter"/>
              <a:ea typeface="Inter"/>
              <a:cs typeface="Inter"/>
              <a:sym typeface="Inter"/>
            </a:endParaRPr>
          </a:p>
        </p:txBody>
      </p:sp>
      <p:sp>
        <p:nvSpPr>
          <p:cNvPr id="124" name="Google Shape;124;g2b8030a1825_0_34"/>
          <p:cNvSpPr txBox="1"/>
          <p:nvPr/>
        </p:nvSpPr>
        <p:spPr>
          <a:xfrm>
            <a:off x="2742313" y="1299330"/>
            <a:ext cx="1829700" cy="446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700">
                <a:solidFill>
                  <a:srgbClr val="999999"/>
                </a:solidFill>
                <a:latin typeface="Inter"/>
                <a:ea typeface="Inter"/>
                <a:cs typeface="Inter"/>
                <a:sym typeface="Inter"/>
              </a:rPr>
              <a:t>Communication</a:t>
            </a:r>
            <a:endParaRPr sz="1700">
              <a:solidFill>
                <a:srgbClr val="999999"/>
              </a:solidFill>
              <a:latin typeface="Inter"/>
              <a:ea typeface="Inter"/>
              <a:cs typeface="Inter"/>
              <a:sym typeface="Inter"/>
            </a:endParaRPr>
          </a:p>
        </p:txBody>
      </p:sp>
      <p:sp>
        <p:nvSpPr>
          <p:cNvPr id="125" name="Google Shape;125;g2b8030a1825_0_34"/>
          <p:cNvSpPr txBox="1"/>
          <p:nvPr/>
        </p:nvSpPr>
        <p:spPr>
          <a:xfrm>
            <a:off x="4572013" y="1299330"/>
            <a:ext cx="1829700" cy="446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700">
                <a:solidFill>
                  <a:srgbClr val="999999"/>
                </a:solidFill>
                <a:latin typeface="Inter"/>
                <a:ea typeface="Inter"/>
                <a:cs typeface="Inter"/>
                <a:sym typeface="Inter"/>
              </a:rPr>
              <a:t>Safety</a:t>
            </a:r>
            <a:endParaRPr sz="1700">
              <a:solidFill>
                <a:srgbClr val="999999"/>
              </a:solidFill>
              <a:latin typeface="Inter"/>
              <a:ea typeface="Inter"/>
              <a:cs typeface="Inter"/>
              <a:sym typeface="Inter"/>
            </a:endParaRPr>
          </a:p>
        </p:txBody>
      </p:sp>
      <p:sp>
        <p:nvSpPr>
          <p:cNvPr id="126" name="Google Shape;126;g2b8030a1825_0_34"/>
          <p:cNvSpPr txBox="1"/>
          <p:nvPr/>
        </p:nvSpPr>
        <p:spPr>
          <a:xfrm>
            <a:off x="6401713" y="1168125"/>
            <a:ext cx="1829700" cy="708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700">
                <a:solidFill>
                  <a:srgbClr val="999999"/>
                </a:solidFill>
                <a:latin typeface="Inter"/>
                <a:ea typeface="Inter"/>
                <a:cs typeface="Inter"/>
                <a:sym typeface="Inter"/>
              </a:rPr>
              <a:t>Scheduling restrictions</a:t>
            </a:r>
            <a:endParaRPr sz="1700">
              <a:solidFill>
                <a:srgbClr val="999999"/>
              </a:solidFill>
              <a:latin typeface="Inter"/>
              <a:ea typeface="Inter"/>
              <a:cs typeface="Inter"/>
              <a:sym typeface="Inter"/>
            </a:endParaRPr>
          </a:p>
        </p:txBody>
      </p:sp>
      <p:sp>
        <p:nvSpPr>
          <p:cNvPr id="127" name="Google Shape;127;g2b8030a1825_0_34"/>
          <p:cNvSpPr/>
          <p:nvPr/>
        </p:nvSpPr>
        <p:spPr>
          <a:xfrm rot="5400000">
            <a:off x="1560638" y="1965960"/>
            <a:ext cx="634500" cy="499800"/>
          </a:xfrm>
          <a:prstGeom prst="stripedRightArrow">
            <a:avLst>
              <a:gd fmla="val 20748" name="adj1"/>
              <a:gd fmla="val 43417" name="adj2"/>
            </a:avLst>
          </a:prstGeom>
          <a:solidFill>
            <a:srgbClr val="ED1E44"/>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28" name="Google Shape;128;g2b8030a1825_0_34"/>
          <p:cNvSpPr/>
          <p:nvPr/>
        </p:nvSpPr>
        <p:spPr>
          <a:xfrm rot="5400000">
            <a:off x="3339913" y="1965960"/>
            <a:ext cx="634500" cy="499800"/>
          </a:xfrm>
          <a:prstGeom prst="stripedRightArrow">
            <a:avLst>
              <a:gd fmla="val 20748" name="adj1"/>
              <a:gd fmla="val 43417" name="adj2"/>
            </a:avLst>
          </a:prstGeom>
          <a:solidFill>
            <a:srgbClr val="ED1E44"/>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29" name="Google Shape;129;g2b8030a1825_0_34"/>
          <p:cNvSpPr/>
          <p:nvPr/>
        </p:nvSpPr>
        <p:spPr>
          <a:xfrm rot="5400000">
            <a:off x="5178313" y="1965960"/>
            <a:ext cx="634500" cy="499800"/>
          </a:xfrm>
          <a:prstGeom prst="stripedRightArrow">
            <a:avLst>
              <a:gd fmla="val 20748" name="adj1"/>
              <a:gd fmla="val 43417" name="adj2"/>
            </a:avLst>
          </a:prstGeom>
          <a:solidFill>
            <a:srgbClr val="ED1E44"/>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30" name="Google Shape;130;g2b8030a1825_0_34"/>
          <p:cNvSpPr/>
          <p:nvPr/>
        </p:nvSpPr>
        <p:spPr>
          <a:xfrm rot="5400000">
            <a:off x="7016713" y="1965960"/>
            <a:ext cx="634500" cy="499800"/>
          </a:xfrm>
          <a:prstGeom prst="stripedRightArrow">
            <a:avLst>
              <a:gd fmla="val 20748" name="adj1"/>
              <a:gd fmla="val 43417" name="adj2"/>
            </a:avLst>
          </a:prstGeom>
          <a:solidFill>
            <a:srgbClr val="ED1E44"/>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31" name="Google Shape;131;g2b8030a1825_0_34"/>
          <p:cNvSpPr txBox="1"/>
          <p:nvPr/>
        </p:nvSpPr>
        <p:spPr>
          <a:xfrm>
            <a:off x="912588" y="2931050"/>
            <a:ext cx="1829700" cy="1185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100">
                <a:solidFill>
                  <a:srgbClr val="9E9E9E"/>
                </a:solidFill>
                <a:latin typeface="Inter"/>
                <a:ea typeface="Inter"/>
                <a:cs typeface="Inter"/>
                <a:sym typeface="Inter"/>
              </a:rPr>
              <a:t>Hit</a:t>
            </a:r>
            <a:endParaRPr sz="2100">
              <a:solidFill>
                <a:srgbClr val="9E9E9E"/>
              </a:solidFill>
              <a:latin typeface="Inter"/>
              <a:ea typeface="Inter"/>
              <a:cs typeface="Inter"/>
              <a:sym typeface="Inter"/>
            </a:endParaRPr>
          </a:p>
          <a:p>
            <a:pPr indent="0" lvl="0" marL="0" rtl="0" algn="ctr">
              <a:spcBef>
                <a:spcPts val="0"/>
              </a:spcBef>
              <a:spcAft>
                <a:spcPts val="0"/>
              </a:spcAft>
              <a:buNone/>
            </a:pPr>
            <a:r>
              <a:rPr b="1" lang="en" sz="2300">
                <a:solidFill>
                  <a:srgbClr val="ED1E44"/>
                </a:solidFill>
                <a:latin typeface="Inter"/>
                <a:ea typeface="Inter"/>
                <a:cs typeface="Inter"/>
                <a:sym typeface="Inter"/>
              </a:rPr>
              <a:t>PAUSE</a:t>
            </a:r>
            <a:endParaRPr b="1" sz="2300">
              <a:solidFill>
                <a:srgbClr val="ED1E44"/>
              </a:solidFill>
              <a:latin typeface="Inter"/>
              <a:ea typeface="Inter"/>
              <a:cs typeface="Inter"/>
              <a:sym typeface="Inter"/>
            </a:endParaRPr>
          </a:p>
          <a:p>
            <a:pPr indent="0" lvl="0" marL="0" rtl="0" algn="ctr">
              <a:spcBef>
                <a:spcPts val="0"/>
              </a:spcBef>
              <a:spcAft>
                <a:spcPts val="0"/>
              </a:spcAft>
              <a:buNone/>
            </a:pPr>
            <a:r>
              <a:rPr b="1" lang="en" sz="2100">
                <a:solidFill>
                  <a:srgbClr val="9E9E9E"/>
                </a:solidFill>
                <a:latin typeface="Inter"/>
                <a:ea typeface="Inter"/>
                <a:cs typeface="Inter"/>
                <a:sym typeface="Inter"/>
              </a:rPr>
              <a:t>!!!</a:t>
            </a:r>
            <a:endParaRPr b="1" sz="2100">
              <a:solidFill>
                <a:srgbClr val="9E9E9E"/>
              </a:solidFill>
              <a:latin typeface="Inter"/>
              <a:ea typeface="Inter"/>
              <a:cs typeface="Inter"/>
              <a:sym typeface="Inter"/>
            </a:endParaRPr>
          </a:p>
        </p:txBody>
      </p:sp>
      <p:pic>
        <p:nvPicPr>
          <p:cNvPr id="132" name="Google Shape;132;g2b8030a1825_0_34"/>
          <p:cNvPicPr preferRelativeResize="0"/>
          <p:nvPr/>
        </p:nvPicPr>
        <p:blipFill>
          <a:blip r:embed="rId4">
            <a:alphaModFix/>
          </a:blip>
          <a:stretch>
            <a:fillRect/>
          </a:stretch>
        </p:blipFill>
        <p:spPr>
          <a:xfrm>
            <a:off x="3111512" y="2996923"/>
            <a:ext cx="1091301" cy="903600"/>
          </a:xfrm>
          <a:prstGeom prst="rect">
            <a:avLst/>
          </a:prstGeom>
          <a:noFill/>
          <a:ln>
            <a:noFill/>
          </a:ln>
        </p:spPr>
      </p:pic>
      <p:sp>
        <p:nvSpPr>
          <p:cNvPr id="133" name="Google Shape;133;g2b8030a1825_0_34"/>
          <p:cNvSpPr txBox="1"/>
          <p:nvPr/>
        </p:nvSpPr>
        <p:spPr>
          <a:xfrm>
            <a:off x="4569763" y="2946489"/>
            <a:ext cx="1829700" cy="1154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100">
                <a:solidFill>
                  <a:srgbClr val="ED1E44"/>
                </a:solidFill>
                <a:latin typeface="Inter"/>
                <a:ea typeface="Inter"/>
                <a:cs typeface="Inter"/>
                <a:sym typeface="Inter"/>
              </a:rPr>
              <a:t>You</a:t>
            </a:r>
            <a:r>
              <a:rPr lang="en" sz="2100">
                <a:solidFill>
                  <a:schemeClr val="dk2"/>
                </a:solidFill>
                <a:latin typeface="Inter"/>
                <a:ea typeface="Inter"/>
                <a:cs typeface="Inter"/>
                <a:sym typeface="Inter"/>
              </a:rPr>
              <a:t> </a:t>
            </a:r>
            <a:endParaRPr sz="2100">
              <a:solidFill>
                <a:schemeClr val="dk2"/>
              </a:solidFill>
              <a:latin typeface="Inter"/>
              <a:ea typeface="Inter"/>
              <a:cs typeface="Inter"/>
              <a:sym typeface="Inter"/>
            </a:endParaRPr>
          </a:p>
          <a:p>
            <a:pPr indent="0" lvl="0" marL="0" rtl="0" algn="ctr">
              <a:spcBef>
                <a:spcPts val="0"/>
              </a:spcBef>
              <a:spcAft>
                <a:spcPts val="0"/>
              </a:spcAft>
              <a:buNone/>
            </a:pPr>
            <a:r>
              <a:rPr lang="en" sz="2100">
                <a:solidFill>
                  <a:srgbClr val="9E9E9E"/>
                </a:solidFill>
                <a:latin typeface="Inter"/>
                <a:ea typeface="Inter"/>
                <a:cs typeface="Inter"/>
                <a:sym typeface="Inter"/>
              </a:rPr>
              <a:t>manage </a:t>
            </a:r>
            <a:endParaRPr sz="2100">
              <a:solidFill>
                <a:srgbClr val="9E9E9E"/>
              </a:solidFill>
              <a:latin typeface="Inter"/>
              <a:ea typeface="Inter"/>
              <a:cs typeface="Inter"/>
              <a:sym typeface="Inter"/>
            </a:endParaRPr>
          </a:p>
          <a:p>
            <a:pPr indent="0" lvl="0" marL="0" rtl="0" algn="ctr">
              <a:spcBef>
                <a:spcPts val="0"/>
              </a:spcBef>
              <a:spcAft>
                <a:spcPts val="0"/>
              </a:spcAft>
              <a:buNone/>
            </a:pPr>
            <a:r>
              <a:rPr lang="en" sz="2100">
                <a:solidFill>
                  <a:srgbClr val="9E9E9E"/>
                </a:solidFill>
                <a:latin typeface="Inter"/>
                <a:ea typeface="Inter"/>
                <a:cs typeface="Inter"/>
                <a:sym typeface="Inter"/>
              </a:rPr>
              <a:t>the risks</a:t>
            </a:r>
            <a:endParaRPr b="1" sz="2100">
              <a:solidFill>
                <a:srgbClr val="9E9E9E"/>
              </a:solidFill>
              <a:latin typeface="Inter"/>
              <a:ea typeface="Inter"/>
              <a:cs typeface="Inter"/>
              <a:sym typeface="Inter"/>
            </a:endParaRPr>
          </a:p>
        </p:txBody>
      </p:sp>
      <p:sp>
        <p:nvSpPr>
          <p:cNvPr id="134" name="Google Shape;134;g2b8030a1825_0_34"/>
          <p:cNvSpPr txBox="1"/>
          <p:nvPr/>
        </p:nvSpPr>
        <p:spPr>
          <a:xfrm>
            <a:off x="6410413" y="3033079"/>
            <a:ext cx="18123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100">
                <a:solidFill>
                  <a:srgbClr val="ED1E44"/>
                </a:solidFill>
                <a:latin typeface="Inter"/>
                <a:ea typeface="Inter"/>
                <a:cs typeface="Inter"/>
                <a:sym typeface="Inter"/>
              </a:rPr>
              <a:t>You</a:t>
            </a:r>
            <a:r>
              <a:rPr lang="en" sz="2100">
                <a:solidFill>
                  <a:schemeClr val="dk2"/>
                </a:solidFill>
                <a:latin typeface="Inter"/>
                <a:ea typeface="Inter"/>
                <a:cs typeface="Inter"/>
                <a:sym typeface="Inter"/>
              </a:rPr>
              <a:t> </a:t>
            </a:r>
            <a:endParaRPr sz="2100">
              <a:solidFill>
                <a:schemeClr val="dk2"/>
              </a:solidFill>
              <a:latin typeface="Inter"/>
              <a:ea typeface="Inter"/>
              <a:cs typeface="Inter"/>
              <a:sym typeface="Inter"/>
            </a:endParaRPr>
          </a:p>
          <a:p>
            <a:pPr indent="0" lvl="0" marL="0" rtl="0" algn="ctr">
              <a:spcBef>
                <a:spcPts val="0"/>
              </a:spcBef>
              <a:spcAft>
                <a:spcPts val="0"/>
              </a:spcAft>
              <a:buNone/>
            </a:pPr>
            <a:r>
              <a:rPr lang="en" sz="2100">
                <a:solidFill>
                  <a:srgbClr val="9E9E9E"/>
                </a:solidFill>
                <a:latin typeface="Inter"/>
                <a:ea typeface="Inter"/>
                <a:cs typeface="Inter"/>
                <a:sym typeface="Inter"/>
              </a:rPr>
              <a:t>decide</a:t>
            </a:r>
            <a:endParaRPr b="1" sz="2100">
              <a:solidFill>
                <a:srgbClr val="9E9E9E"/>
              </a:solidFill>
              <a:latin typeface="Inter"/>
              <a:ea typeface="Inter"/>
              <a:cs typeface="Inter"/>
              <a:sym typeface="Inte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g2b8030a1825_0_56"/>
          <p:cNvSpPr txBox="1"/>
          <p:nvPr/>
        </p:nvSpPr>
        <p:spPr>
          <a:xfrm>
            <a:off x="0" y="4729225"/>
            <a:ext cx="19170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999999"/>
                </a:solidFill>
                <a:latin typeface="Fredoka"/>
                <a:ea typeface="Fredoka"/>
                <a:cs typeface="Fredoka"/>
                <a:sym typeface="Fredoka"/>
              </a:rPr>
              <a:t>pockettours.com</a:t>
            </a:r>
            <a:endParaRPr sz="1100">
              <a:solidFill>
                <a:srgbClr val="999999"/>
              </a:solidFill>
              <a:latin typeface="Fredoka"/>
              <a:ea typeface="Fredoka"/>
              <a:cs typeface="Fredoka"/>
              <a:sym typeface="Fredoka"/>
            </a:endParaRPr>
          </a:p>
        </p:txBody>
      </p:sp>
      <p:sp>
        <p:nvSpPr>
          <p:cNvPr id="140" name="Google Shape;140;g2b8030a1825_0_56"/>
          <p:cNvSpPr txBox="1"/>
          <p:nvPr/>
        </p:nvSpPr>
        <p:spPr>
          <a:xfrm>
            <a:off x="8186700" y="4729225"/>
            <a:ext cx="957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999999"/>
                </a:solidFill>
                <a:latin typeface="Fredoka"/>
                <a:ea typeface="Fredoka"/>
                <a:cs typeface="Fredoka"/>
                <a:sym typeface="Fredoka"/>
              </a:rPr>
              <a:t>@2024</a:t>
            </a:r>
            <a:endParaRPr sz="1100">
              <a:solidFill>
                <a:srgbClr val="999999"/>
              </a:solidFill>
              <a:latin typeface="Fredoka"/>
              <a:ea typeface="Fredoka"/>
              <a:cs typeface="Fredoka"/>
              <a:sym typeface="Fredoka"/>
            </a:endParaRPr>
          </a:p>
        </p:txBody>
      </p:sp>
      <p:sp>
        <p:nvSpPr>
          <p:cNvPr id="141" name="Google Shape;141;g2b8030a1825_0_56"/>
          <p:cNvSpPr txBox="1"/>
          <p:nvPr/>
        </p:nvSpPr>
        <p:spPr>
          <a:xfrm>
            <a:off x="3613500" y="4729225"/>
            <a:ext cx="19170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999999"/>
                </a:solidFill>
                <a:latin typeface="Fredoka"/>
                <a:ea typeface="Fredoka"/>
                <a:cs typeface="Fredoka"/>
                <a:sym typeface="Fredoka"/>
              </a:rPr>
              <a:t>city</a:t>
            </a:r>
            <a:r>
              <a:rPr lang="en" sz="1100">
                <a:solidFill>
                  <a:srgbClr val="999999"/>
                </a:solidFill>
                <a:latin typeface="Fredoka"/>
                <a:ea typeface="Fredoka"/>
                <a:cs typeface="Fredoka"/>
                <a:sym typeface="Fredoka"/>
              </a:rPr>
              <a:t> tours in your pocket</a:t>
            </a:r>
            <a:endParaRPr sz="1100">
              <a:solidFill>
                <a:srgbClr val="999999"/>
              </a:solidFill>
              <a:latin typeface="Fredoka"/>
              <a:ea typeface="Fredoka"/>
              <a:cs typeface="Fredoka"/>
              <a:sym typeface="Fredoka"/>
            </a:endParaRPr>
          </a:p>
        </p:txBody>
      </p:sp>
      <p:cxnSp>
        <p:nvCxnSpPr>
          <p:cNvPr id="142" name="Google Shape;142;g2b8030a1825_0_56"/>
          <p:cNvCxnSpPr/>
          <p:nvPr/>
        </p:nvCxnSpPr>
        <p:spPr>
          <a:xfrm rot="10800000">
            <a:off x="968400" y="270025"/>
            <a:ext cx="8175600" cy="4800"/>
          </a:xfrm>
          <a:prstGeom prst="straightConnector1">
            <a:avLst/>
          </a:prstGeom>
          <a:noFill/>
          <a:ln cap="flat" cmpd="sng" w="28575">
            <a:solidFill>
              <a:srgbClr val="ED1E44"/>
            </a:solidFill>
            <a:prstDash val="solid"/>
            <a:round/>
            <a:headEnd len="med" w="med" type="none"/>
            <a:tailEnd len="med" w="med" type="none"/>
          </a:ln>
        </p:spPr>
      </p:cxnSp>
      <p:pic>
        <p:nvPicPr>
          <p:cNvPr id="143" name="Google Shape;143;g2b8030a1825_0_56"/>
          <p:cNvPicPr preferRelativeResize="0"/>
          <p:nvPr/>
        </p:nvPicPr>
        <p:blipFill rotWithShape="1">
          <a:blip r:embed="rId3">
            <a:alphaModFix/>
          </a:blip>
          <a:srcRect b="44952" l="23629" r="28117" t="0"/>
          <a:stretch/>
        </p:blipFill>
        <p:spPr>
          <a:xfrm>
            <a:off x="235225" y="181550"/>
            <a:ext cx="572326" cy="551551"/>
          </a:xfrm>
          <a:prstGeom prst="rect">
            <a:avLst/>
          </a:prstGeom>
          <a:noFill/>
          <a:ln>
            <a:noFill/>
          </a:ln>
        </p:spPr>
      </p:pic>
      <p:sp>
        <p:nvSpPr>
          <p:cNvPr id="144" name="Google Shape;144;g2b8030a1825_0_56"/>
          <p:cNvSpPr/>
          <p:nvPr/>
        </p:nvSpPr>
        <p:spPr>
          <a:xfrm>
            <a:off x="953075" y="419100"/>
            <a:ext cx="24425" cy="19050"/>
          </a:xfrm>
          <a:prstGeom prst="flowChartOnlineStorage">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45" name="Google Shape;145;g2b8030a1825_0_56"/>
          <p:cNvSpPr/>
          <p:nvPr/>
        </p:nvSpPr>
        <p:spPr>
          <a:xfrm>
            <a:off x="858750" y="260350"/>
            <a:ext cx="2341800" cy="294900"/>
          </a:xfrm>
          <a:prstGeom prst="roundRect">
            <a:avLst>
              <a:gd fmla="val 11318" name="adj"/>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Fredoka Medium"/>
                <a:ea typeface="Fredoka Medium"/>
                <a:cs typeface="Fredoka Medium"/>
                <a:sym typeface="Fredoka Medium"/>
              </a:rPr>
              <a:t>Tour guides </a:t>
            </a:r>
            <a:endParaRPr>
              <a:solidFill>
                <a:schemeClr val="lt1"/>
              </a:solidFill>
              <a:latin typeface="Fredoka Medium"/>
              <a:ea typeface="Fredoka Medium"/>
              <a:cs typeface="Fredoka Medium"/>
              <a:sym typeface="Fredoka Medium"/>
            </a:endParaRPr>
          </a:p>
        </p:txBody>
      </p:sp>
      <p:sp>
        <p:nvSpPr>
          <p:cNvPr id="146" name="Google Shape;146;g2b8030a1825_0_56"/>
          <p:cNvSpPr txBox="1"/>
          <p:nvPr/>
        </p:nvSpPr>
        <p:spPr>
          <a:xfrm>
            <a:off x="912600" y="1288588"/>
            <a:ext cx="1829700" cy="446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700">
                <a:solidFill>
                  <a:srgbClr val="9E9E9E"/>
                </a:solidFill>
                <a:latin typeface="Inter"/>
                <a:ea typeface="Inter"/>
                <a:cs typeface="Inter"/>
                <a:sym typeface="Inter"/>
              </a:rPr>
              <a:t>The runners</a:t>
            </a:r>
            <a:endParaRPr sz="1700">
              <a:solidFill>
                <a:srgbClr val="9E9E9E"/>
              </a:solidFill>
              <a:latin typeface="Inter"/>
              <a:ea typeface="Inter"/>
              <a:cs typeface="Inter"/>
              <a:sym typeface="Inter"/>
            </a:endParaRPr>
          </a:p>
        </p:txBody>
      </p:sp>
      <p:sp>
        <p:nvSpPr>
          <p:cNvPr id="147" name="Google Shape;147;g2b8030a1825_0_56"/>
          <p:cNvSpPr txBox="1"/>
          <p:nvPr/>
        </p:nvSpPr>
        <p:spPr>
          <a:xfrm>
            <a:off x="2742300" y="1281205"/>
            <a:ext cx="1829700" cy="446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700">
                <a:solidFill>
                  <a:srgbClr val="9E9E9E"/>
                </a:solidFill>
                <a:latin typeface="Inter"/>
                <a:ea typeface="Inter"/>
                <a:cs typeface="Inter"/>
                <a:sym typeface="Inter"/>
              </a:rPr>
              <a:t>Dependence</a:t>
            </a:r>
            <a:endParaRPr sz="1700">
              <a:solidFill>
                <a:srgbClr val="9E9E9E"/>
              </a:solidFill>
              <a:latin typeface="Inter"/>
              <a:ea typeface="Inter"/>
              <a:cs typeface="Inter"/>
              <a:sym typeface="Inter"/>
            </a:endParaRPr>
          </a:p>
        </p:txBody>
      </p:sp>
      <p:sp>
        <p:nvSpPr>
          <p:cNvPr id="148" name="Google Shape;148;g2b8030a1825_0_56"/>
          <p:cNvSpPr txBox="1"/>
          <p:nvPr/>
        </p:nvSpPr>
        <p:spPr>
          <a:xfrm>
            <a:off x="4572000" y="1157800"/>
            <a:ext cx="1829700" cy="708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700">
                <a:solidFill>
                  <a:srgbClr val="9E9E9E"/>
                </a:solidFill>
                <a:latin typeface="Inter"/>
                <a:ea typeface="Inter"/>
                <a:cs typeface="Inter"/>
                <a:sym typeface="Inter"/>
              </a:rPr>
              <a:t>Communication</a:t>
            </a:r>
            <a:endParaRPr sz="1700">
              <a:solidFill>
                <a:srgbClr val="9E9E9E"/>
              </a:solidFill>
              <a:latin typeface="Inter"/>
              <a:ea typeface="Inter"/>
              <a:cs typeface="Inter"/>
              <a:sym typeface="Inter"/>
            </a:endParaRPr>
          </a:p>
          <a:p>
            <a:pPr indent="0" lvl="0" marL="0" rtl="0" algn="ctr">
              <a:spcBef>
                <a:spcPts val="0"/>
              </a:spcBef>
              <a:spcAft>
                <a:spcPts val="0"/>
              </a:spcAft>
              <a:buNone/>
            </a:pPr>
            <a:r>
              <a:rPr lang="en" sz="1700">
                <a:solidFill>
                  <a:srgbClr val="9E9E9E"/>
                </a:solidFill>
                <a:latin typeface="Inter"/>
                <a:ea typeface="Inter"/>
                <a:cs typeface="Inter"/>
                <a:sym typeface="Inter"/>
              </a:rPr>
              <a:t>&amp; Safety</a:t>
            </a:r>
            <a:endParaRPr sz="1700">
              <a:solidFill>
                <a:srgbClr val="9E9E9E"/>
              </a:solidFill>
              <a:latin typeface="Inter"/>
              <a:ea typeface="Inter"/>
              <a:cs typeface="Inter"/>
              <a:sym typeface="Inter"/>
            </a:endParaRPr>
          </a:p>
        </p:txBody>
      </p:sp>
      <p:sp>
        <p:nvSpPr>
          <p:cNvPr id="149" name="Google Shape;149;g2b8030a1825_0_56"/>
          <p:cNvSpPr txBox="1"/>
          <p:nvPr/>
        </p:nvSpPr>
        <p:spPr>
          <a:xfrm>
            <a:off x="6401700" y="1273550"/>
            <a:ext cx="1829700" cy="446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700">
                <a:solidFill>
                  <a:srgbClr val="9E9E9E"/>
                </a:solidFill>
                <a:latin typeface="Inter"/>
                <a:ea typeface="Inter"/>
                <a:cs typeface="Inter"/>
                <a:sym typeface="Inter"/>
              </a:rPr>
              <a:t>Earnings</a:t>
            </a:r>
            <a:endParaRPr sz="1700">
              <a:solidFill>
                <a:srgbClr val="9E9E9E"/>
              </a:solidFill>
              <a:latin typeface="Inter"/>
              <a:ea typeface="Inter"/>
              <a:cs typeface="Inter"/>
              <a:sym typeface="Inter"/>
            </a:endParaRPr>
          </a:p>
        </p:txBody>
      </p:sp>
      <p:sp>
        <p:nvSpPr>
          <p:cNvPr id="150" name="Google Shape;150;g2b8030a1825_0_56"/>
          <p:cNvSpPr/>
          <p:nvPr/>
        </p:nvSpPr>
        <p:spPr>
          <a:xfrm rot="5400000">
            <a:off x="1560625" y="1947835"/>
            <a:ext cx="634500" cy="499800"/>
          </a:xfrm>
          <a:prstGeom prst="stripedRightArrow">
            <a:avLst>
              <a:gd fmla="val 20748" name="adj1"/>
              <a:gd fmla="val 43417" name="adj2"/>
            </a:avLst>
          </a:prstGeom>
          <a:solidFill>
            <a:srgbClr val="ED1E44"/>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51" name="Google Shape;151;g2b8030a1825_0_56"/>
          <p:cNvSpPr/>
          <p:nvPr/>
        </p:nvSpPr>
        <p:spPr>
          <a:xfrm rot="5400000">
            <a:off x="3339900" y="1947835"/>
            <a:ext cx="634500" cy="499800"/>
          </a:xfrm>
          <a:prstGeom prst="stripedRightArrow">
            <a:avLst>
              <a:gd fmla="val 20748" name="adj1"/>
              <a:gd fmla="val 43417" name="adj2"/>
            </a:avLst>
          </a:prstGeom>
          <a:solidFill>
            <a:srgbClr val="ED1E44"/>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52" name="Google Shape;152;g2b8030a1825_0_56"/>
          <p:cNvSpPr/>
          <p:nvPr/>
        </p:nvSpPr>
        <p:spPr>
          <a:xfrm rot="5400000">
            <a:off x="5178300" y="1947835"/>
            <a:ext cx="634500" cy="499800"/>
          </a:xfrm>
          <a:prstGeom prst="stripedRightArrow">
            <a:avLst>
              <a:gd fmla="val 20748" name="adj1"/>
              <a:gd fmla="val 43417" name="adj2"/>
            </a:avLst>
          </a:prstGeom>
          <a:solidFill>
            <a:srgbClr val="ED1E44"/>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53" name="Google Shape;153;g2b8030a1825_0_56"/>
          <p:cNvSpPr/>
          <p:nvPr/>
        </p:nvSpPr>
        <p:spPr>
          <a:xfrm rot="5400000">
            <a:off x="7016700" y="1947835"/>
            <a:ext cx="634500" cy="499800"/>
          </a:xfrm>
          <a:prstGeom prst="stripedRightArrow">
            <a:avLst>
              <a:gd fmla="val 20748" name="adj1"/>
              <a:gd fmla="val 43417" name="adj2"/>
            </a:avLst>
          </a:prstGeom>
          <a:solidFill>
            <a:srgbClr val="ED1E44"/>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54" name="Google Shape;154;g2b8030a1825_0_56"/>
          <p:cNvSpPr txBox="1"/>
          <p:nvPr/>
        </p:nvSpPr>
        <p:spPr>
          <a:xfrm>
            <a:off x="912600" y="3014950"/>
            <a:ext cx="18297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100">
                <a:solidFill>
                  <a:srgbClr val="ED1E44"/>
                </a:solidFill>
                <a:latin typeface="Inter"/>
                <a:ea typeface="Inter"/>
                <a:cs typeface="Inter"/>
                <a:sym typeface="Inter"/>
              </a:rPr>
              <a:t>Pay</a:t>
            </a:r>
            <a:r>
              <a:rPr lang="en" sz="2100">
                <a:solidFill>
                  <a:schemeClr val="dk2"/>
                </a:solidFill>
                <a:latin typeface="Inter"/>
                <a:ea typeface="Inter"/>
                <a:cs typeface="Inter"/>
                <a:sym typeface="Inter"/>
              </a:rPr>
              <a:t> </a:t>
            </a:r>
            <a:r>
              <a:rPr lang="en" sz="2100">
                <a:solidFill>
                  <a:srgbClr val="9E9E9E"/>
                </a:solidFill>
                <a:latin typeface="Inter"/>
                <a:ea typeface="Inter"/>
                <a:cs typeface="Inter"/>
                <a:sym typeface="Inter"/>
              </a:rPr>
              <a:t>before</a:t>
            </a:r>
            <a:r>
              <a:rPr lang="en" sz="2100">
                <a:solidFill>
                  <a:schemeClr val="dk2"/>
                </a:solidFill>
                <a:latin typeface="Inter"/>
                <a:ea typeface="Inter"/>
                <a:cs typeface="Inter"/>
                <a:sym typeface="Inter"/>
              </a:rPr>
              <a:t> </a:t>
            </a:r>
            <a:r>
              <a:rPr lang="en" sz="2100">
                <a:solidFill>
                  <a:srgbClr val="9E9E9E"/>
                </a:solidFill>
                <a:latin typeface="Inter"/>
                <a:ea typeface="Inter"/>
                <a:cs typeface="Inter"/>
                <a:sym typeface="Inter"/>
              </a:rPr>
              <a:t>you</a:t>
            </a:r>
            <a:r>
              <a:rPr lang="en" sz="2100">
                <a:solidFill>
                  <a:schemeClr val="dk2"/>
                </a:solidFill>
                <a:latin typeface="Inter"/>
                <a:ea typeface="Inter"/>
                <a:cs typeface="Inter"/>
                <a:sym typeface="Inter"/>
              </a:rPr>
              <a:t> </a:t>
            </a:r>
            <a:r>
              <a:rPr b="1" lang="en" sz="2100">
                <a:solidFill>
                  <a:srgbClr val="ED1E44"/>
                </a:solidFill>
                <a:latin typeface="Inter"/>
                <a:ea typeface="Inter"/>
                <a:cs typeface="Inter"/>
                <a:sym typeface="Inter"/>
              </a:rPr>
              <a:t>play</a:t>
            </a:r>
            <a:endParaRPr b="1" sz="2100">
              <a:solidFill>
                <a:srgbClr val="ED1E44"/>
              </a:solidFill>
              <a:latin typeface="Inter"/>
              <a:ea typeface="Inter"/>
              <a:cs typeface="Inter"/>
              <a:sym typeface="Inter"/>
            </a:endParaRPr>
          </a:p>
        </p:txBody>
      </p:sp>
      <p:sp>
        <p:nvSpPr>
          <p:cNvPr id="155" name="Google Shape;155;g2b8030a1825_0_56"/>
          <p:cNvSpPr txBox="1"/>
          <p:nvPr/>
        </p:nvSpPr>
        <p:spPr>
          <a:xfrm>
            <a:off x="4576350" y="3014939"/>
            <a:ext cx="18297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100">
                <a:solidFill>
                  <a:srgbClr val="ED1E44"/>
                </a:solidFill>
                <a:latin typeface="Inter"/>
                <a:ea typeface="Inter"/>
                <a:cs typeface="Inter"/>
                <a:sym typeface="Inter"/>
              </a:rPr>
              <a:t>Not</a:t>
            </a:r>
            <a:r>
              <a:rPr lang="en" sz="2100">
                <a:solidFill>
                  <a:schemeClr val="dk2"/>
                </a:solidFill>
                <a:latin typeface="Inter"/>
                <a:ea typeface="Inter"/>
                <a:cs typeface="Inter"/>
                <a:sym typeface="Inter"/>
              </a:rPr>
              <a:t> </a:t>
            </a:r>
            <a:endParaRPr sz="2100">
              <a:solidFill>
                <a:schemeClr val="dk2"/>
              </a:solidFill>
              <a:latin typeface="Inter"/>
              <a:ea typeface="Inter"/>
              <a:cs typeface="Inter"/>
              <a:sym typeface="Inter"/>
            </a:endParaRPr>
          </a:p>
          <a:p>
            <a:pPr indent="0" lvl="0" marL="0" rtl="0" algn="ctr">
              <a:spcBef>
                <a:spcPts val="0"/>
              </a:spcBef>
              <a:spcAft>
                <a:spcPts val="0"/>
              </a:spcAft>
              <a:buNone/>
            </a:pPr>
            <a:r>
              <a:rPr lang="en" sz="2100">
                <a:solidFill>
                  <a:srgbClr val="9E9E9E"/>
                </a:solidFill>
                <a:latin typeface="Inter"/>
                <a:ea typeface="Inter"/>
                <a:cs typeface="Inter"/>
                <a:sym typeface="Inter"/>
              </a:rPr>
              <a:t>anymore</a:t>
            </a:r>
            <a:endParaRPr b="1" sz="2100">
              <a:solidFill>
                <a:srgbClr val="9E9E9E"/>
              </a:solidFill>
              <a:latin typeface="Inter"/>
              <a:ea typeface="Inter"/>
              <a:cs typeface="Inter"/>
              <a:sym typeface="Inter"/>
            </a:endParaRPr>
          </a:p>
        </p:txBody>
      </p:sp>
      <p:sp>
        <p:nvSpPr>
          <p:cNvPr id="156" name="Google Shape;156;g2b8030a1825_0_56"/>
          <p:cNvSpPr txBox="1"/>
          <p:nvPr/>
        </p:nvSpPr>
        <p:spPr>
          <a:xfrm>
            <a:off x="6410400" y="3014954"/>
            <a:ext cx="18123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100">
                <a:solidFill>
                  <a:srgbClr val="ED1E44"/>
                </a:solidFill>
                <a:latin typeface="Inter"/>
                <a:ea typeface="Inter"/>
                <a:cs typeface="Inter"/>
                <a:sym typeface="Inter"/>
              </a:rPr>
              <a:t>Unlimited</a:t>
            </a:r>
            <a:endParaRPr b="1" sz="2100">
              <a:solidFill>
                <a:srgbClr val="ED1E44"/>
              </a:solidFill>
              <a:latin typeface="Inter"/>
              <a:ea typeface="Inter"/>
              <a:cs typeface="Inter"/>
              <a:sym typeface="Inter"/>
            </a:endParaRPr>
          </a:p>
          <a:p>
            <a:pPr indent="0" lvl="0" marL="0" rtl="0" algn="ctr">
              <a:spcBef>
                <a:spcPts val="0"/>
              </a:spcBef>
              <a:spcAft>
                <a:spcPts val="0"/>
              </a:spcAft>
              <a:buNone/>
            </a:pPr>
            <a:r>
              <a:rPr b="1" lang="en" sz="2100">
                <a:solidFill>
                  <a:srgbClr val="ED1E44"/>
                </a:solidFill>
                <a:latin typeface="Inter"/>
                <a:ea typeface="Inter"/>
                <a:cs typeface="Inter"/>
                <a:sym typeface="Inter"/>
              </a:rPr>
              <a:t>!!!</a:t>
            </a:r>
            <a:endParaRPr b="1" sz="2100">
              <a:solidFill>
                <a:srgbClr val="ED1E44"/>
              </a:solidFill>
              <a:latin typeface="Inter"/>
              <a:ea typeface="Inter"/>
              <a:cs typeface="Inter"/>
              <a:sym typeface="Inter"/>
            </a:endParaRPr>
          </a:p>
        </p:txBody>
      </p:sp>
      <p:sp>
        <p:nvSpPr>
          <p:cNvPr id="157" name="Google Shape;157;g2b8030a1825_0_56"/>
          <p:cNvSpPr txBox="1"/>
          <p:nvPr/>
        </p:nvSpPr>
        <p:spPr>
          <a:xfrm>
            <a:off x="2742300" y="3014950"/>
            <a:ext cx="18297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100">
                <a:solidFill>
                  <a:srgbClr val="9E9E9E"/>
                </a:solidFill>
                <a:latin typeface="Inter"/>
                <a:ea typeface="Inter"/>
                <a:cs typeface="Inter"/>
                <a:sym typeface="Inter"/>
              </a:rPr>
              <a:t>Your tours,</a:t>
            </a:r>
            <a:r>
              <a:rPr lang="en" sz="2100">
                <a:solidFill>
                  <a:schemeClr val="dk2"/>
                </a:solidFill>
                <a:latin typeface="Inter"/>
                <a:ea typeface="Inter"/>
                <a:cs typeface="Inter"/>
                <a:sym typeface="Inter"/>
              </a:rPr>
              <a:t> </a:t>
            </a:r>
            <a:r>
              <a:rPr b="1" lang="en" sz="2100">
                <a:solidFill>
                  <a:srgbClr val="ED1E44"/>
                </a:solidFill>
                <a:latin typeface="Inter"/>
                <a:ea typeface="Inter"/>
                <a:cs typeface="Inter"/>
                <a:sym typeface="Inter"/>
              </a:rPr>
              <a:t>your way</a:t>
            </a:r>
            <a:endParaRPr b="1" sz="2100">
              <a:solidFill>
                <a:srgbClr val="ED1E44"/>
              </a:solidFill>
              <a:latin typeface="Inter"/>
              <a:ea typeface="Inter"/>
              <a:cs typeface="Inter"/>
              <a:sym typeface="Inte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g2b8030a1825_0_68"/>
          <p:cNvSpPr txBox="1"/>
          <p:nvPr/>
        </p:nvSpPr>
        <p:spPr>
          <a:xfrm>
            <a:off x="0" y="4729225"/>
            <a:ext cx="19170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999999"/>
                </a:solidFill>
                <a:latin typeface="Fredoka"/>
                <a:ea typeface="Fredoka"/>
                <a:cs typeface="Fredoka"/>
                <a:sym typeface="Fredoka"/>
              </a:rPr>
              <a:t>pockettours.com</a:t>
            </a:r>
            <a:endParaRPr sz="1100">
              <a:solidFill>
                <a:srgbClr val="999999"/>
              </a:solidFill>
              <a:latin typeface="Fredoka"/>
              <a:ea typeface="Fredoka"/>
              <a:cs typeface="Fredoka"/>
              <a:sym typeface="Fredoka"/>
            </a:endParaRPr>
          </a:p>
        </p:txBody>
      </p:sp>
      <p:sp>
        <p:nvSpPr>
          <p:cNvPr id="163" name="Google Shape;163;g2b8030a1825_0_68"/>
          <p:cNvSpPr txBox="1"/>
          <p:nvPr/>
        </p:nvSpPr>
        <p:spPr>
          <a:xfrm>
            <a:off x="8186700" y="4729225"/>
            <a:ext cx="957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999999"/>
                </a:solidFill>
                <a:latin typeface="Fredoka"/>
                <a:ea typeface="Fredoka"/>
                <a:cs typeface="Fredoka"/>
                <a:sym typeface="Fredoka"/>
              </a:rPr>
              <a:t>@2024</a:t>
            </a:r>
            <a:endParaRPr sz="1100">
              <a:solidFill>
                <a:srgbClr val="999999"/>
              </a:solidFill>
              <a:latin typeface="Fredoka"/>
              <a:ea typeface="Fredoka"/>
              <a:cs typeface="Fredoka"/>
              <a:sym typeface="Fredoka"/>
            </a:endParaRPr>
          </a:p>
        </p:txBody>
      </p:sp>
      <p:sp>
        <p:nvSpPr>
          <p:cNvPr id="164" name="Google Shape;164;g2b8030a1825_0_68"/>
          <p:cNvSpPr txBox="1"/>
          <p:nvPr/>
        </p:nvSpPr>
        <p:spPr>
          <a:xfrm>
            <a:off x="3613500" y="4729225"/>
            <a:ext cx="19170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999999"/>
                </a:solidFill>
                <a:latin typeface="Fredoka"/>
                <a:ea typeface="Fredoka"/>
                <a:cs typeface="Fredoka"/>
                <a:sym typeface="Fredoka"/>
              </a:rPr>
              <a:t>city</a:t>
            </a:r>
            <a:r>
              <a:rPr lang="en" sz="1100">
                <a:solidFill>
                  <a:srgbClr val="999999"/>
                </a:solidFill>
                <a:latin typeface="Fredoka"/>
                <a:ea typeface="Fredoka"/>
                <a:cs typeface="Fredoka"/>
                <a:sym typeface="Fredoka"/>
              </a:rPr>
              <a:t> tours in your pocket</a:t>
            </a:r>
            <a:endParaRPr sz="1100">
              <a:solidFill>
                <a:srgbClr val="999999"/>
              </a:solidFill>
              <a:latin typeface="Fredoka"/>
              <a:ea typeface="Fredoka"/>
              <a:cs typeface="Fredoka"/>
              <a:sym typeface="Fredoka"/>
            </a:endParaRPr>
          </a:p>
        </p:txBody>
      </p:sp>
      <p:cxnSp>
        <p:nvCxnSpPr>
          <p:cNvPr id="165" name="Google Shape;165;g2b8030a1825_0_68"/>
          <p:cNvCxnSpPr/>
          <p:nvPr/>
        </p:nvCxnSpPr>
        <p:spPr>
          <a:xfrm rot="10800000">
            <a:off x="968400" y="270025"/>
            <a:ext cx="8175600" cy="4800"/>
          </a:xfrm>
          <a:prstGeom prst="straightConnector1">
            <a:avLst/>
          </a:prstGeom>
          <a:noFill/>
          <a:ln cap="flat" cmpd="sng" w="28575">
            <a:solidFill>
              <a:srgbClr val="ED1E44"/>
            </a:solidFill>
            <a:prstDash val="solid"/>
            <a:round/>
            <a:headEnd len="med" w="med" type="none"/>
            <a:tailEnd len="med" w="med" type="none"/>
          </a:ln>
        </p:spPr>
      </p:cxnSp>
      <p:pic>
        <p:nvPicPr>
          <p:cNvPr id="166" name="Google Shape;166;g2b8030a1825_0_68"/>
          <p:cNvPicPr preferRelativeResize="0"/>
          <p:nvPr/>
        </p:nvPicPr>
        <p:blipFill rotWithShape="1">
          <a:blip r:embed="rId3">
            <a:alphaModFix/>
          </a:blip>
          <a:srcRect b="44952" l="23629" r="28117" t="0"/>
          <a:stretch/>
        </p:blipFill>
        <p:spPr>
          <a:xfrm>
            <a:off x="235225" y="181550"/>
            <a:ext cx="572326" cy="551551"/>
          </a:xfrm>
          <a:prstGeom prst="rect">
            <a:avLst/>
          </a:prstGeom>
          <a:noFill/>
          <a:ln>
            <a:noFill/>
          </a:ln>
        </p:spPr>
      </p:pic>
      <p:sp>
        <p:nvSpPr>
          <p:cNvPr id="167" name="Google Shape;167;g2b8030a1825_0_68"/>
          <p:cNvSpPr/>
          <p:nvPr/>
        </p:nvSpPr>
        <p:spPr>
          <a:xfrm>
            <a:off x="953075" y="419100"/>
            <a:ext cx="24425" cy="19050"/>
          </a:xfrm>
          <a:prstGeom prst="flowChartOnlineStorage">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68" name="Google Shape;168;g2b8030a1825_0_68"/>
          <p:cNvSpPr/>
          <p:nvPr/>
        </p:nvSpPr>
        <p:spPr>
          <a:xfrm>
            <a:off x="858750" y="260350"/>
            <a:ext cx="2658900" cy="294900"/>
          </a:xfrm>
          <a:prstGeom prst="roundRect">
            <a:avLst>
              <a:gd fmla="val 11318" name="adj"/>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Fredoka Medium"/>
                <a:ea typeface="Fredoka Medium"/>
                <a:cs typeface="Fredoka Medium"/>
                <a:sym typeface="Fredoka Medium"/>
              </a:rPr>
              <a:t>Digital world, no digital tours?</a:t>
            </a:r>
            <a:endParaRPr>
              <a:solidFill>
                <a:schemeClr val="lt1"/>
              </a:solidFill>
              <a:latin typeface="Fredoka Medium"/>
              <a:ea typeface="Fredoka Medium"/>
              <a:cs typeface="Fredoka Medium"/>
              <a:sym typeface="Fredoka Medium"/>
            </a:endParaRPr>
          </a:p>
        </p:txBody>
      </p:sp>
      <p:sp>
        <p:nvSpPr>
          <p:cNvPr id="169" name="Google Shape;169;g2b8030a1825_0_68"/>
          <p:cNvSpPr txBox="1"/>
          <p:nvPr/>
        </p:nvSpPr>
        <p:spPr>
          <a:xfrm>
            <a:off x="0" y="1624675"/>
            <a:ext cx="9144000" cy="1754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4000">
                <a:solidFill>
                  <a:schemeClr val="dk2"/>
                </a:solidFill>
                <a:latin typeface="Inter"/>
                <a:ea typeface="Inter"/>
                <a:cs typeface="Inter"/>
                <a:sym typeface="Inter"/>
              </a:rPr>
              <a:t>IF NOT US,</a:t>
            </a:r>
            <a:endParaRPr sz="4000">
              <a:solidFill>
                <a:schemeClr val="dk2"/>
              </a:solidFill>
              <a:latin typeface="Inter"/>
              <a:ea typeface="Inter"/>
              <a:cs typeface="Inter"/>
              <a:sym typeface="Inter"/>
            </a:endParaRPr>
          </a:p>
          <a:p>
            <a:pPr indent="0" lvl="0" marL="0" rtl="0" algn="ctr">
              <a:spcBef>
                <a:spcPts val="0"/>
              </a:spcBef>
              <a:spcAft>
                <a:spcPts val="0"/>
              </a:spcAft>
              <a:buNone/>
            </a:pPr>
            <a:r>
              <a:rPr b="1" lang="en" sz="6200">
                <a:solidFill>
                  <a:srgbClr val="ED1E44"/>
                </a:solidFill>
                <a:latin typeface="Inter"/>
                <a:ea typeface="Inter"/>
                <a:cs typeface="Inter"/>
                <a:sym typeface="Inter"/>
              </a:rPr>
              <a:t>SOMEONE WILL DO IT.</a:t>
            </a:r>
            <a:endParaRPr b="1" sz="6200">
              <a:solidFill>
                <a:srgbClr val="ED1E44"/>
              </a:solidFill>
              <a:latin typeface="Inter"/>
              <a:ea typeface="Inter"/>
              <a:cs typeface="Inter"/>
              <a:sym typeface="Inte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g2b8030a1825_0_92"/>
          <p:cNvSpPr txBox="1"/>
          <p:nvPr/>
        </p:nvSpPr>
        <p:spPr>
          <a:xfrm>
            <a:off x="0" y="4729225"/>
            <a:ext cx="19170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999999"/>
                </a:solidFill>
                <a:latin typeface="Fredoka"/>
                <a:ea typeface="Fredoka"/>
                <a:cs typeface="Fredoka"/>
                <a:sym typeface="Fredoka"/>
              </a:rPr>
              <a:t>pockettours.com</a:t>
            </a:r>
            <a:endParaRPr sz="1100">
              <a:solidFill>
                <a:srgbClr val="999999"/>
              </a:solidFill>
              <a:latin typeface="Fredoka"/>
              <a:ea typeface="Fredoka"/>
              <a:cs typeface="Fredoka"/>
              <a:sym typeface="Fredoka"/>
            </a:endParaRPr>
          </a:p>
        </p:txBody>
      </p:sp>
      <p:sp>
        <p:nvSpPr>
          <p:cNvPr id="175" name="Google Shape;175;g2b8030a1825_0_92"/>
          <p:cNvSpPr txBox="1"/>
          <p:nvPr/>
        </p:nvSpPr>
        <p:spPr>
          <a:xfrm>
            <a:off x="8186700" y="4729225"/>
            <a:ext cx="957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999999"/>
                </a:solidFill>
                <a:latin typeface="Fredoka"/>
                <a:ea typeface="Fredoka"/>
                <a:cs typeface="Fredoka"/>
                <a:sym typeface="Fredoka"/>
              </a:rPr>
              <a:t>@2024</a:t>
            </a:r>
            <a:endParaRPr sz="1100">
              <a:solidFill>
                <a:srgbClr val="999999"/>
              </a:solidFill>
              <a:latin typeface="Fredoka"/>
              <a:ea typeface="Fredoka"/>
              <a:cs typeface="Fredoka"/>
              <a:sym typeface="Fredoka"/>
            </a:endParaRPr>
          </a:p>
        </p:txBody>
      </p:sp>
      <p:sp>
        <p:nvSpPr>
          <p:cNvPr id="176" name="Google Shape;176;g2b8030a1825_0_92"/>
          <p:cNvSpPr txBox="1"/>
          <p:nvPr/>
        </p:nvSpPr>
        <p:spPr>
          <a:xfrm>
            <a:off x="3613500" y="4729225"/>
            <a:ext cx="19170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999999"/>
                </a:solidFill>
                <a:latin typeface="Fredoka"/>
                <a:ea typeface="Fredoka"/>
                <a:cs typeface="Fredoka"/>
                <a:sym typeface="Fredoka"/>
              </a:rPr>
              <a:t>city</a:t>
            </a:r>
            <a:r>
              <a:rPr lang="en" sz="1100">
                <a:solidFill>
                  <a:srgbClr val="999999"/>
                </a:solidFill>
                <a:latin typeface="Fredoka"/>
                <a:ea typeface="Fredoka"/>
                <a:cs typeface="Fredoka"/>
                <a:sym typeface="Fredoka"/>
              </a:rPr>
              <a:t> tours in your pocket</a:t>
            </a:r>
            <a:endParaRPr sz="1100">
              <a:solidFill>
                <a:srgbClr val="999999"/>
              </a:solidFill>
              <a:latin typeface="Fredoka"/>
              <a:ea typeface="Fredoka"/>
              <a:cs typeface="Fredoka"/>
              <a:sym typeface="Fredoka"/>
            </a:endParaRPr>
          </a:p>
        </p:txBody>
      </p:sp>
      <p:sp>
        <p:nvSpPr>
          <p:cNvPr id="177" name="Google Shape;177;g2b8030a1825_0_92"/>
          <p:cNvSpPr txBox="1"/>
          <p:nvPr/>
        </p:nvSpPr>
        <p:spPr>
          <a:xfrm>
            <a:off x="3722100" y="1348050"/>
            <a:ext cx="5039100" cy="24474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lang="en" sz="2100">
                <a:solidFill>
                  <a:srgbClr val="9E9E9E"/>
                </a:solidFill>
                <a:latin typeface="Fredoka"/>
                <a:ea typeface="Fredoka"/>
                <a:cs typeface="Fredoka"/>
                <a:sym typeface="Fredoka"/>
              </a:rPr>
              <a:t>Multiple</a:t>
            </a:r>
            <a:r>
              <a:rPr lang="en" sz="2100">
                <a:solidFill>
                  <a:srgbClr val="9E9E9E"/>
                </a:solidFill>
                <a:latin typeface="Fredoka"/>
                <a:ea typeface="Fredoka"/>
                <a:cs typeface="Fredoka"/>
                <a:sym typeface="Fredoka"/>
              </a:rPr>
              <a:t> problems SOLVED</a:t>
            </a:r>
            <a:endParaRPr sz="2100">
              <a:solidFill>
                <a:srgbClr val="9E9E9E"/>
              </a:solidFill>
              <a:latin typeface="Fredoka"/>
              <a:ea typeface="Fredoka"/>
              <a:cs typeface="Fredoka"/>
              <a:sym typeface="Fredoka"/>
            </a:endParaRPr>
          </a:p>
          <a:p>
            <a:pPr indent="0" lvl="0" marL="457200" rtl="0" algn="l">
              <a:spcBef>
                <a:spcPts val="0"/>
              </a:spcBef>
              <a:spcAft>
                <a:spcPts val="0"/>
              </a:spcAft>
              <a:buNone/>
            </a:pPr>
            <a:r>
              <a:t/>
            </a:r>
            <a:endParaRPr sz="2100">
              <a:solidFill>
                <a:srgbClr val="9E9E9E"/>
              </a:solidFill>
              <a:latin typeface="Fredoka"/>
              <a:ea typeface="Fredoka"/>
              <a:cs typeface="Fredoka"/>
              <a:sym typeface="Fredoka"/>
            </a:endParaRPr>
          </a:p>
          <a:p>
            <a:pPr indent="0" lvl="0" marL="457200" rtl="0" algn="l">
              <a:spcBef>
                <a:spcPts val="0"/>
              </a:spcBef>
              <a:spcAft>
                <a:spcPts val="0"/>
              </a:spcAft>
              <a:buNone/>
            </a:pPr>
            <a:r>
              <a:rPr lang="en" sz="2100">
                <a:solidFill>
                  <a:srgbClr val="9E9E9E"/>
                </a:solidFill>
                <a:latin typeface="Fredoka"/>
                <a:ea typeface="Fredoka"/>
                <a:cs typeface="Fredoka"/>
                <a:sym typeface="Fredoka"/>
              </a:rPr>
              <a:t>Everyone can do it</a:t>
            </a:r>
            <a:endParaRPr sz="2100">
              <a:solidFill>
                <a:srgbClr val="9E9E9E"/>
              </a:solidFill>
              <a:latin typeface="Fredoka"/>
              <a:ea typeface="Fredoka"/>
              <a:cs typeface="Fredoka"/>
              <a:sym typeface="Fredoka"/>
            </a:endParaRPr>
          </a:p>
          <a:p>
            <a:pPr indent="0" lvl="0" marL="457200" rtl="0" algn="l">
              <a:spcBef>
                <a:spcPts val="0"/>
              </a:spcBef>
              <a:spcAft>
                <a:spcPts val="0"/>
              </a:spcAft>
              <a:buNone/>
            </a:pPr>
            <a:r>
              <a:t/>
            </a:r>
            <a:endParaRPr sz="2100">
              <a:solidFill>
                <a:srgbClr val="9E9E9E"/>
              </a:solidFill>
              <a:latin typeface="Fredoka"/>
              <a:ea typeface="Fredoka"/>
              <a:cs typeface="Fredoka"/>
              <a:sym typeface="Fredoka"/>
            </a:endParaRPr>
          </a:p>
          <a:p>
            <a:pPr indent="0" lvl="0" marL="457200" rtl="0" algn="l">
              <a:spcBef>
                <a:spcPts val="0"/>
              </a:spcBef>
              <a:spcAft>
                <a:spcPts val="0"/>
              </a:spcAft>
              <a:buNone/>
            </a:pPr>
            <a:r>
              <a:rPr lang="en" sz="2100">
                <a:solidFill>
                  <a:srgbClr val="9E9E9E"/>
                </a:solidFill>
                <a:latin typeface="Fredoka"/>
                <a:ea typeface="Fredoka"/>
                <a:cs typeface="Fredoka"/>
                <a:sym typeface="Fredoka"/>
              </a:rPr>
              <a:t>A world of POSSIBILITIES</a:t>
            </a:r>
            <a:endParaRPr sz="2100">
              <a:solidFill>
                <a:srgbClr val="9E9E9E"/>
              </a:solidFill>
              <a:latin typeface="Fredoka"/>
              <a:ea typeface="Fredoka"/>
              <a:cs typeface="Fredoka"/>
              <a:sym typeface="Fredoka"/>
            </a:endParaRPr>
          </a:p>
          <a:p>
            <a:pPr indent="0" lvl="0" marL="457200" rtl="0" algn="l">
              <a:spcBef>
                <a:spcPts val="0"/>
              </a:spcBef>
              <a:spcAft>
                <a:spcPts val="0"/>
              </a:spcAft>
              <a:buNone/>
            </a:pPr>
            <a:r>
              <a:t/>
            </a:r>
            <a:endParaRPr sz="2100">
              <a:solidFill>
                <a:srgbClr val="9E9E9E"/>
              </a:solidFill>
              <a:latin typeface="Fredoka"/>
              <a:ea typeface="Fredoka"/>
              <a:cs typeface="Fredoka"/>
              <a:sym typeface="Fredoka"/>
            </a:endParaRPr>
          </a:p>
          <a:p>
            <a:pPr indent="0" lvl="0" marL="457200" rtl="0" algn="l">
              <a:spcBef>
                <a:spcPts val="0"/>
              </a:spcBef>
              <a:spcAft>
                <a:spcPts val="0"/>
              </a:spcAft>
              <a:buNone/>
            </a:pPr>
            <a:r>
              <a:rPr lang="en" sz="2100">
                <a:solidFill>
                  <a:srgbClr val="9E9E9E"/>
                </a:solidFill>
                <a:latin typeface="Fredoka"/>
                <a:ea typeface="Fredoka"/>
                <a:cs typeface="Fredoka"/>
                <a:sym typeface="Fredoka"/>
              </a:rPr>
              <a:t>Sooner or later… it will happen</a:t>
            </a:r>
            <a:endParaRPr sz="1800">
              <a:solidFill>
                <a:srgbClr val="9E9E9E"/>
              </a:solidFill>
              <a:latin typeface="Fredoka"/>
              <a:ea typeface="Fredoka"/>
              <a:cs typeface="Fredoka"/>
              <a:sym typeface="Fredoka"/>
            </a:endParaRPr>
          </a:p>
        </p:txBody>
      </p:sp>
      <p:sp>
        <p:nvSpPr>
          <p:cNvPr id="178" name="Google Shape;178;g2b8030a1825_0_92"/>
          <p:cNvSpPr/>
          <p:nvPr/>
        </p:nvSpPr>
        <p:spPr>
          <a:xfrm>
            <a:off x="3890300" y="1581625"/>
            <a:ext cx="166800" cy="78600"/>
          </a:xfrm>
          <a:prstGeom prst="rightArrow">
            <a:avLst>
              <a:gd fmla="val 50000" name="adj1"/>
              <a:gd fmla="val 50000" name="adj2"/>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79" name="Google Shape;179;g2b8030a1825_0_92"/>
          <p:cNvSpPr/>
          <p:nvPr/>
        </p:nvSpPr>
        <p:spPr>
          <a:xfrm>
            <a:off x="3890300" y="2220825"/>
            <a:ext cx="166800" cy="78600"/>
          </a:xfrm>
          <a:prstGeom prst="rightArrow">
            <a:avLst>
              <a:gd fmla="val 50000" name="adj1"/>
              <a:gd fmla="val 50000" name="adj2"/>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80" name="Google Shape;180;g2b8030a1825_0_92"/>
          <p:cNvSpPr/>
          <p:nvPr/>
        </p:nvSpPr>
        <p:spPr>
          <a:xfrm>
            <a:off x="3890300" y="2860025"/>
            <a:ext cx="166800" cy="78600"/>
          </a:xfrm>
          <a:prstGeom prst="rightArrow">
            <a:avLst>
              <a:gd fmla="val 50000" name="adj1"/>
              <a:gd fmla="val 50000" name="adj2"/>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81" name="Google Shape;181;g2b8030a1825_0_92"/>
          <p:cNvCxnSpPr/>
          <p:nvPr/>
        </p:nvCxnSpPr>
        <p:spPr>
          <a:xfrm rot="10800000">
            <a:off x="968400" y="270025"/>
            <a:ext cx="8175600" cy="4800"/>
          </a:xfrm>
          <a:prstGeom prst="straightConnector1">
            <a:avLst/>
          </a:prstGeom>
          <a:noFill/>
          <a:ln cap="flat" cmpd="sng" w="28575">
            <a:solidFill>
              <a:srgbClr val="ED1E44"/>
            </a:solidFill>
            <a:prstDash val="solid"/>
            <a:round/>
            <a:headEnd len="med" w="med" type="none"/>
            <a:tailEnd len="med" w="med" type="none"/>
          </a:ln>
        </p:spPr>
      </p:cxnSp>
      <p:pic>
        <p:nvPicPr>
          <p:cNvPr id="182" name="Google Shape;182;g2b8030a1825_0_92"/>
          <p:cNvPicPr preferRelativeResize="0"/>
          <p:nvPr/>
        </p:nvPicPr>
        <p:blipFill rotWithShape="1">
          <a:blip r:embed="rId3">
            <a:alphaModFix/>
          </a:blip>
          <a:srcRect b="44952" l="23629" r="28117" t="0"/>
          <a:stretch/>
        </p:blipFill>
        <p:spPr>
          <a:xfrm>
            <a:off x="235225" y="181550"/>
            <a:ext cx="572326" cy="551551"/>
          </a:xfrm>
          <a:prstGeom prst="rect">
            <a:avLst/>
          </a:prstGeom>
          <a:noFill/>
          <a:ln>
            <a:noFill/>
          </a:ln>
        </p:spPr>
      </p:pic>
      <p:sp>
        <p:nvSpPr>
          <p:cNvPr id="183" name="Google Shape;183;g2b8030a1825_0_92"/>
          <p:cNvSpPr/>
          <p:nvPr/>
        </p:nvSpPr>
        <p:spPr>
          <a:xfrm>
            <a:off x="953075" y="419100"/>
            <a:ext cx="24425" cy="19050"/>
          </a:xfrm>
          <a:prstGeom prst="flowChartOnlineStorage">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84" name="Google Shape;184;g2b8030a1825_0_92"/>
          <p:cNvSpPr/>
          <p:nvPr/>
        </p:nvSpPr>
        <p:spPr>
          <a:xfrm>
            <a:off x="858750" y="260350"/>
            <a:ext cx="2341800" cy="294900"/>
          </a:xfrm>
          <a:prstGeom prst="roundRect">
            <a:avLst>
              <a:gd fmla="val 11318" name="adj"/>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Fredoka Medium"/>
                <a:ea typeface="Fredoka Medium"/>
                <a:cs typeface="Fredoka Medium"/>
                <a:sym typeface="Fredoka Medium"/>
              </a:rPr>
              <a:t>THIS IS WHY</a:t>
            </a:r>
            <a:endParaRPr>
              <a:solidFill>
                <a:schemeClr val="lt1"/>
              </a:solidFill>
              <a:latin typeface="Fredoka Medium"/>
              <a:ea typeface="Fredoka Medium"/>
              <a:cs typeface="Fredoka Medium"/>
              <a:sym typeface="Fredoka Medium"/>
            </a:endParaRPr>
          </a:p>
        </p:txBody>
      </p:sp>
      <p:sp>
        <p:nvSpPr>
          <p:cNvPr id="185" name="Google Shape;185;g2b8030a1825_0_92"/>
          <p:cNvSpPr/>
          <p:nvPr/>
        </p:nvSpPr>
        <p:spPr>
          <a:xfrm>
            <a:off x="3890300" y="3499225"/>
            <a:ext cx="166800" cy="78600"/>
          </a:xfrm>
          <a:prstGeom prst="rightArrow">
            <a:avLst>
              <a:gd fmla="val 50000" name="adj1"/>
              <a:gd fmla="val 50000" name="adj2"/>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86" name="Google Shape;186;g2b8030a1825_0_92"/>
          <p:cNvSpPr/>
          <p:nvPr/>
        </p:nvSpPr>
        <p:spPr>
          <a:xfrm>
            <a:off x="3521250" y="1371035"/>
            <a:ext cx="634500" cy="499800"/>
          </a:xfrm>
          <a:prstGeom prst="stripedRightArrow">
            <a:avLst>
              <a:gd fmla="val 20748" name="adj1"/>
              <a:gd fmla="val 43417" name="adj2"/>
            </a:avLst>
          </a:prstGeom>
          <a:solidFill>
            <a:srgbClr val="ED1E44"/>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87" name="Google Shape;187;g2b8030a1825_0_92"/>
          <p:cNvSpPr/>
          <p:nvPr/>
        </p:nvSpPr>
        <p:spPr>
          <a:xfrm>
            <a:off x="3521250" y="2010235"/>
            <a:ext cx="634500" cy="499800"/>
          </a:xfrm>
          <a:prstGeom prst="stripedRightArrow">
            <a:avLst>
              <a:gd fmla="val 20748" name="adj1"/>
              <a:gd fmla="val 43417" name="adj2"/>
            </a:avLst>
          </a:prstGeom>
          <a:solidFill>
            <a:srgbClr val="ED1E44"/>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88" name="Google Shape;188;g2b8030a1825_0_92"/>
          <p:cNvSpPr/>
          <p:nvPr/>
        </p:nvSpPr>
        <p:spPr>
          <a:xfrm>
            <a:off x="3521250" y="2649435"/>
            <a:ext cx="634500" cy="499800"/>
          </a:xfrm>
          <a:prstGeom prst="stripedRightArrow">
            <a:avLst>
              <a:gd fmla="val 20748" name="adj1"/>
              <a:gd fmla="val 43417" name="adj2"/>
            </a:avLst>
          </a:prstGeom>
          <a:solidFill>
            <a:srgbClr val="ED1E44"/>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89" name="Google Shape;189;g2b8030a1825_0_92"/>
          <p:cNvSpPr/>
          <p:nvPr/>
        </p:nvSpPr>
        <p:spPr>
          <a:xfrm>
            <a:off x="3521250" y="3295660"/>
            <a:ext cx="634500" cy="499800"/>
          </a:xfrm>
          <a:prstGeom prst="stripedRightArrow">
            <a:avLst>
              <a:gd fmla="val 20748" name="adj1"/>
              <a:gd fmla="val 43417" name="adj2"/>
            </a:avLst>
          </a:prstGeom>
          <a:solidFill>
            <a:srgbClr val="ED1E44"/>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nvGrpSpPr>
          <p:cNvPr id="190" name="Google Shape;190;g2b8030a1825_0_92"/>
          <p:cNvGrpSpPr/>
          <p:nvPr/>
        </p:nvGrpSpPr>
        <p:grpSpPr>
          <a:xfrm>
            <a:off x="456074" y="680233"/>
            <a:ext cx="2744473" cy="3923998"/>
            <a:chOff x="456074" y="680233"/>
            <a:chExt cx="2744473" cy="3923998"/>
          </a:xfrm>
        </p:grpSpPr>
        <p:pic>
          <p:nvPicPr>
            <p:cNvPr id="191" name="Google Shape;191;g2b8030a1825_0_92"/>
            <p:cNvPicPr preferRelativeResize="0"/>
            <p:nvPr/>
          </p:nvPicPr>
          <p:blipFill>
            <a:blip r:embed="rId4">
              <a:alphaModFix/>
            </a:blip>
            <a:stretch>
              <a:fillRect/>
            </a:stretch>
          </p:blipFill>
          <p:spPr>
            <a:xfrm rot="-1044896">
              <a:off x="948583" y="861919"/>
              <a:ext cx="1759456" cy="3560625"/>
            </a:xfrm>
            <a:prstGeom prst="rect">
              <a:avLst/>
            </a:prstGeom>
            <a:noFill/>
            <a:ln>
              <a:noFill/>
            </a:ln>
            <a:effectLst>
              <a:outerShdw blurRad="57150" rotWithShape="0" algn="bl" dir="5400000" dist="19050">
                <a:srgbClr val="000000">
                  <a:alpha val="50000"/>
                </a:srgbClr>
              </a:outerShdw>
              <a:reflection blurRad="0" dir="5400000" dist="47625" endA="0" endPos="20000" fadeDir="5400012" kx="0" rotWithShape="0" algn="bl" stA="54000" stPos="0" sy="-100000" ky="0"/>
            </a:effectLst>
          </p:spPr>
        </p:pic>
        <p:grpSp>
          <p:nvGrpSpPr>
            <p:cNvPr id="192" name="Google Shape;192;g2b8030a1825_0_92"/>
            <p:cNvGrpSpPr/>
            <p:nvPr/>
          </p:nvGrpSpPr>
          <p:grpSpPr>
            <a:xfrm>
              <a:off x="658950" y="1017999"/>
              <a:ext cx="2367874" cy="3312625"/>
              <a:chOff x="658950" y="1017999"/>
              <a:chExt cx="2367874" cy="3312625"/>
            </a:xfrm>
          </p:grpSpPr>
          <p:pic>
            <p:nvPicPr>
              <p:cNvPr id="193" name="Google Shape;193;g2b8030a1825_0_92"/>
              <p:cNvPicPr preferRelativeResize="0"/>
              <p:nvPr/>
            </p:nvPicPr>
            <p:blipFill rotWithShape="1">
              <a:blip r:embed="rId5">
                <a:alphaModFix/>
              </a:blip>
              <a:srcRect b="0" l="7742" r="17373" t="3984"/>
              <a:stretch/>
            </p:blipFill>
            <p:spPr>
              <a:xfrm rot="-1045821">
                <a:off x="1031570" y="1179322"/>
                <a:ext cx="1493584" cy="2716882"/>
              </a:xfrm>
              <a:prstGeom prst="rect">
                <a:avLst/>
              </a:prstGeom>
              <a:noFill/>
              <a:ln>
                <a:noFill/>
              </a:ln>
            </p:spPr>
          </p:pic>
          <p:pic>
            <p:nvPicPr>
              <p:cNvPr id="194" name="Google Shape;194;g2b8030a1825_0_92"/>
              <p:cNvPicPr preferRelativeResize="0"/>
              <p:nvPr/>
            </p:nvPicPr>
            <p:blipFill rotWithShape="1">
              <a:blip r:embed="rId6">
                <a:alphaModFix/>
              </a:blip>
              <a:srcRect b="6716" l="11750" r="8479" t="0"/>
              <a:stretch/>
            </p:blipFill>
            <p:spPr>
              <a:xfrm rot="-1052890">
                <a:off x="1256372" y="2413869"/>
                <a:ext cx="1546581" cy="1723710"/>
              </a:xfrm>
              <a:prstGeom prst="rect">
                <a:avLst/>
              </a:prstGeom>
              <a:noFill/>
              <a:ln>
                <a:noFill/>
              </a:ln>
            </p:spPr>
          </p:pic>
        </p:gr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g2b8030a1825_0_345"/>
          <p:cNvSpPr txBox="1"/>
          <p:nvPr/>
        </p:nvSpPr>
        <p:spPr>
          <a:xfrm>
            <a:off x="0" y="4729225"/>
            <a:ext cx="19170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999999"/>
                </a:solidFill>
                <a:latin typeface="Fredoka"/>
                <a:ea typeface="Fredoka"/>
                <a:cs typeface="Fredoka"/>
                <a:sym typeface="Fredoka"/>
              </a:rPr>
              <a:t>pockettours.com</a:t>
            </a:r>
            <a:endParaRPr sz="1100">
              <a:solidFill>
                <a:srgbClr val="999999"/>
              </a:solidFill>
              <a:latin typeface="Fredoka"/>
              <a:ea typeface="Fredoka"/>
              <a:cs typeface="Fredoka"/>
              <a:sym typeface="Fredoka"/>
            </a:endParaRPr>
          </a:p>
        </p:txBody>
      </p:sp>
      <p:sp>
        <p:nvSpPr>
          <p:cNvPr id="200" name="Google Shape;200;g2b8030a1825_0_345"/>
          <p:cNvSpPr txBox="1"/>
          <p:nvPr/>
        </p:nvSpPr>
        <p:spPr>
          <a:xfrm>
            <a:off x="8186700" y="4729225"/>
            <a:ext cx="957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999999"/>
                </a:solidFill>
                <a:latin typeface="Fredoka"/>
                <a:ea typeface="Fredoka"/>
                <a:cs typeface="Fredoka"/>
                <a:sym typeface="Fredoka"/>
              </a:rPr>
              <a:t>@2024</a:t>
            </a:r>
            <a:endParaRPr sz="1100">
              <a:solidFill>
                <a:srgbClr val="999999"/>
              </a:solidFill>
              <a:latin typeface="Fredoka"/>
              <a:ea typeface="Fredoka"/>
              <a:cs typeface="Fredoka"/>
              <a:sym typeface="Fredoka"/>
            </a:endParaRPr>
          </a:p>
        </p:txBody>
      </p:sp>
      <p:sp>
        <p:nvSpPr>
          <p:cNvPr id="201" name="Google Shape;201;g2b8030a1825_0_345"/>
          <p:cNvSpPr txBox="1"/>
          <p:nvPr/>
        </p:nvSpPr>
        <p:spPr>
          <a:xfrm>
            <a:off x="3613500" y="4729225"/>
            <a:ext cx="19170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999999"/>
                </a:solidFill>
                <a:latin typeface="Fredoka"/>
                <a:ea typeface="Fredoka"/>
                <a:cs typeface="Fredoka"/>
                <a:sym typeface="Fredoka"/>
              </a:rPr>
              <a:t>city tours in your pocket</a:t>
            </a:r>
            <a:endParaRPr sz="1100">
              <a:solidFill>
                <a:srgbClr val="999999"/>
              </a:solidFill>
              <a:latin typeface="Fredoka"/>
              <a:ea typeface="Fredoka"/>
              <a:cs typeface="Fredoka"/>
              <a:sym typeface="Fredoka"/>
            </a:endParaRPr>
          </a:p>
        </p:txBody>
      </p:sp>
      <p:sp>
        <p:nvSpPr>
          <p:cNvPr id="202" name="Google Shape;202;g2b8030a1825_0_345"/>
          <p:cNvSpPr txBox="1"/>
          <p:nvPr/>
        </p:nvSpPr>
        <p:spPr>
          <a:xfrm>
            <a:off x="0" y="919950"/>
            <a:ext cx="9144000" cy="400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a:solidFill>
                  <a:srgbClr val="666666"/>
                </a:solidFill>
                <a:latin typeface="Inter"/>
                <a:ea typeface="Inter"/>
                <a:cs typeface="Inter"/>
                <a:sym typeface="Inter"/>
              </a:rPr>
              <a:t>Individuals who create pocket tours providing informative and engaging experiences for travelers.</a:t>
            </a:r>
            <a:endParaRPr>
              <a:solidFill>
                <a:srgbClr val="666666"/>
              </a:solidFill>
              <a:latin typeface="Inter"/>
              <a:ea typeface="Inter"/>
              <a:cs typeface="Inter"/>
              <a:sym typeface="Inter"/>
            </a:endParaRPr>
          </a:p>
        </p:txBody>
      </p:sp>
      <p:sp>
        <p:nvSpPr>
          <p:cNvPr id="203" name="Google Shape;203;g2b8030a1825_0_345"/>
          <p:cNvSpPr txBox="1"/>
          <p:nvPr/>
        </p:nvSpPr>
        <p:spPr>
          <a:xfrm>
            <a:off x="3867150" y="1921575"/>
            <a:ext cx="3000000" cy="895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a:solidFill>
                  <a:srgbClr val="999999"/>
                </a:solidFill>
                <a:latin typeface="Inter"/>
                <a:ea typeface="Inter"/>
                <a:cs typeface="Inter"/>
                <a:sym typeface="Inter"/>
              </a:rPr>
              <a:t>Create tours</a:t>
            </a:r>
            <a:endParaRPr>
              <a:solidFill>
                <a:srgbClr val="999999"/>
              </a:solidFill>
              <a:latin typeface="Inter"/>
              <a:ea typeface="Inter"/>
              <a:cs typeface="Inter"/>
              <a:sym typeface="Inter"/>
            </a:endParaRPr>
          </a:p>
          <a:p>
            <a:pPr indent="0" lvl="0" marL="0" rtl="0" algn="l">
              <a:lnSpc>
                <a:spcPct val="115000"/>
              </a:lnSpc>
              <a:spcBef>
                <a:spcPts val="0"/>
              </a:spcBef>
              <a:spcAft>
                <a:spcPts val="0"/>
              </a:spcAft>
              <a:buNone/>
            </a:pPr>
            <a:r>
              <a:rPr lang="en">
                <a:solidFill>
                  <a:srgbClr val="999999"/>
                </a:solidFill>
                <a:latin typeface="Inter"/>
                <a:ea typeface="Inter"/>
                <a:cs typeface="Inter"/>
                <a:sym typeface="Inter"/>
              </a:rPr>
              <a:t>Commercialize their tours</a:t>
            </a:r>
            <a:endParaRPr>
              <a:solidFill>
                <a:srgbClr val="999999"/>
              </a:solidFill>
              <a:latin typeface="Inter"/>
              <a:ea typeface="Inter"/>
              <a:cs typeface="Inter"/>
              <a:sym typeface="Inter"/>
            </a:endParaRPr>
          </a:p>
          <a:p>
            <a:pPr indent="0" lvl="0" marL="0" rtl="0" algn="l">
              <a:lnSpc>
                <a:spcPct val="115000"/>
              </a:lnSpc>
              <a:spcBef>
                <a:spcPts val="0"/>
              </a:spcBef>
              <a:spcAft>
                <a:spcPts val="0"/>
              </a:spcAft>
              <a:buNone/>
            </a:pPr>
            <a:r>
              <a:rPr lang="en">
                <a:solidFill>
                  <a:srgbClr val="999999"/>
                </a:solidFill>
                <a:latin typeface="Inter"/>
                <a:ea typeface="Inter"/>
                <a:cs typeface="Inter"/>
                <a:sym typeface="Inter"/>
              </a:rPr>
              <a:t>Work for a good rating</a:t>
            </a:r>
            <a:endParaRPr>
              <a:latin typeface="Inter"/>
              <a:ea typeface="Inter"/>
              <a:cs typeface="Inter"/>
              <a:sym typeface="Inter"/>
            </a:endParaRPr>
          </a:p>
        </p:txBody>
      </p:sp>
      <p:sp>
        <p:nvSpPr>
          <p:cNvPr id="204" name="Google Shape;204;g2b8030a1825_0_345"/>
          <p:cNvSpPr/>
          <p:nvPr/>
        </p:nvSpPr>
        <p:spPr>
          <a:xfrm rot="-1663585">
            <a:off x="3596081" y="1838773"/>
            <a:ext cx="423643" cy="266775"/>
          </a:xfrm>
          <a:prstGeom prst="roundRect">
            <a:avLst>
              <a:gd fmla="val 11318" name="adj"/>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lt1"/>
                </a:solidFill>
                <a:latin typeface="Fredoka Medium"/>
                <a:ea typeface="Fredoka Medium"/>
                <a:cs typeface="Fredoka Medium"/>
                <a:sym typeface="Fredoka Medium"/>
              </a:rPr>
              <a:t>DO</a:t>
            </a:r>
            <a:endParaRPr sz="1100">
              <a:solidFill>
                <a:schemeClr val="lt1"/>
              </a:solidFill>
              <a:latin typeface="Fredoka Medium"/>
              <a:ea typeface="Fredoka Medium"/>
              <a:cs typeface="Fredoka Medium"/>
              <a:sym typeface="Fredoka Medium"/>
            </a:endParaRPr>
          </a:p>
        </p:txBody>
      </p:sp>
      <p:sp>
        <p:nvSpPr>
          <p:cNvPr id="205" name="Google Shape;205;g2b8030a1825_0_345"/>
          <p:cNvSpPr/>
          <p:nvPr/>
        </p:nvSpPr>
        <p:spPr>
          <a:xfrm rot="-863286">
            <a:off x="6300923" y="3168300"/>
            <a:ext cx="509480" cy="266673"/>
          </a:xfrm>
          <a:prstGeom prst="roundRect">
            <a:avLst>
              <a:gd fmla="val 11318" name="adj"/>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lt1"/>
                </a:solidFill>
                <a:latin typeface="Fredoka Medium"/>
                <a:ea typeface="Fredoka Medium"/>
                <a:cs typeface="Fredoka Medium"/>
                <a:sym typeface="Fredoka Medium"/>
              </a:rPr>
              <a:t>GET</a:t>
            </a:r>
            <a:endParaRPr sz="1100">
              <a:solidFill>
                <a:schemeClr val="lt1"/>
              </a:solidFill>
              <a:latin typeface="Fredoka Medium"/>
              <a:ea typeface="Fredoka Medium"/>
              <a:cs typeface="Fredoka Medium"/>
              <a:sym typeface="Fredoka Medium"/>
            </a:endParaRPr>
          </a:p>
        </p:txBody>
      </p:sp>
      <p:sp>
        <p:nvSpPr>
          <p:cNvPr id="206" name="Google Shape;206;g2b8030a1825_0_345"/>
          <p:cNvSpPr txBox="1"/>
          <p:nvPr/>
        </p:nvSpPr>
        <p:spPr>
          <a:xfrm>
            <a:off x="6512175" y="3336600"/>
            <a:ext cx="3000000" cy="1143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a:solidFill>
                  <a:srgbClr val="999999"/>
                </a:solidFill>
                <a:latin typeface="Inter"/>
                <a:ea typeface="Inter"/>
                <a:cs typeface="Inter"/>
                <a:sym typeface="Inter"/>
              </a:rPr>
              <a:t>M</a:t>
            </a:r>
            <a:r>
              <a:rPr lang="en">
                <a:solidFill>
                  <a:srgbClr val="999999"/>
                </a:solidFill>
                <a:latin typeface="Inter"/>
                <a:ea typeface="Inter"/>
                <a:cs typeface="Inter"/>
                <a:sym typeface="Inter"/>
              </a:rPr>
              <a:t>oney</a:t>
            </a:r>
            <a:endParaRPr>
              <a:solidFill>
                <a:srgbClr val="999999"/>
              </a:solidFill>
              <a:latin typeface="Inter"/>
              <a:ea typeface="Inter"/>
              <a:cs typeface="Inter"/>
              <a:sym typeface="Inter"/>
            </a:endParaRPr>
          </a:p>
          <a:p>
            <a:pPr indent="0" lvl="0" marL="0" rtl="0" algn="l">
              <a:lnSpc>
                <a:spcPct val="115000"/>
              </a:lnSpc>
              <a:spcBef>
                <a:spcPts val="0"/>
              </a:spcBef>
              <a:spcAft>
                <a:spcPts val="0"/>
              </a:spcAft>
              <a:buNone/>
            </a:pPr>
            <a:r>
              <a:rPr lang="en">
                <a:solidFill>
                  <a:srgbClr val="999999"/>
                </a:solidFill>
                <a:latin typeface="Inter"/>
                <a:ea typeface="Inter"/>
                <a:cs typeface="Inter"/>
                <a:sym typeface="Inter"/>
              </a:rPr>
              <a:t>Network</a:t>
            </a:r>
            <a:endParaRPr>
              <a:solidFill>
                <a:srgbClr val="999999"/>
              </a:solidFill>
              <a:latin typeface="Inter"/>
              <a:ea typeface="Inter"/>
              <a:cs typeface="Inter"/>
              <a:sym typeface="Inter"/>
            </a:endParaRPr>
          </a:p>
          <a:p>
            <a:pPr indent="0" lvl="0" marL="0" rtl="0" algn="l">
              <a:lnSpc>
                <a:spcPct val="115000"/>
              </a:lnSpc>
              <a:spcBef>
                <a:spcPts val="0"/>
              </a:spcBef>
              <a:spcAft>
                <a:spcPts val="0"/>
              </a:spcAft>
              <a:buNone/>
            </a:pPr>
            <a:r>
              <a:rPr lang="en">
                <a:solidFill>
                  <a:srgbClr val="999999"/>
                </a:solidFill>
                <a:latin typeface="Inter"/>
                <a:ea typeface="Inter"/>
                <a:cs typeface="Inter"/>
                <a:sym typeface="Inter"/>
              </a:rPr>
              <a:t>Feedback </a:t>
            </a:r>
            <a:endParaRPr>
              <a:solidFill>
                <a:srgbClr val="999999"/>
              </a:solidFill>
              <a:latin typeface="Inter"/>
              <a:ea typeface="Inter"/>
              <a:cs typeface="Inter"/>
              <a:sym typeface="Inter"/>
            </a:endParaRPr>
          </a:p>
          <a:p>
            <a:pPr indent="0" lvl="0" marL="0" rtl="0" algn="l">
              <a:lnSpc>
                <a:spcPct val="115000"/>
              </a:lnSpc>
              <a:spcBef>
                <a:spcPts val="0"/>
              </a:spcBef>
              <a:spcAft>
                <a:spcPts val="0"/>
              </a:spcAft>
              <a:buNone/>
            </a:pPr>
            <a:r>
              <a:rPr lang="en">
                <a:solidFill>
                  <a:srgbClr val="999999"/>
                </a:solidFill>
                <a:latin typeface="Inter"/>
                <a:ea typeface="Inter"/>
                <a:cs typeface="Inter"/>
                <a:sym typeface="Inter"/>
              </a:rPr>
              <a:t>Ratings</a:t>
            </a:r>
            <a:endParaRPr>
              <a:latin typeface="Inter"/>
              <a:ea typeface="Inter"/>
              <a:cs typeface="Inter"/>
              <a:sym typeface="Inter"/>
            </a:endParaRPr>
          </a:p>
        </p:txBody>
      </p:sp>
      <p:cxnSp>
        <p:nvCxnSpPr>
          <p:cNvPr id="207" name="Google Shape;207;g2b8030a1825_0_345"/>
          <p:cNvCxnSpPr/>
          <p:nvPr/>
        </p:nvCxnSpPr>
        <p:spPr>
          <a:xfrm rot="10800000">
            <a:off x="968400" y="270025"/>
            <a:ext cx="8175600" cy="4800"/>
          </a:xfrm>
          <a:prstGeom prst="straightConnector1">
            <a:avLst/>
          </a:prstGeom>
          <a:noFill/>
          <a:ln cap="flat" cmpd="sng" w="28575">
            <a:solidFill>
              <a:srgbClr val="ED1E44"/>
            </a:solidFill>
            <a:prstDash val="solid"/>
            <a:round/>
            <a:headEnd len="med" w="med" type="none"/>
            <a:tailEnd len="med" w="med" type="none"/>
          </a:ln>
        </p:spPr>
      </p:cxnSp>
      <p:pic>
        <p:nvPicPr>
          <p:cNvPr id="208" name="Google Shape;208;g2b8030a1825_0_345"/>
          <p:cNvPicPr preferRelativeResize="0"/>
          <p:nvPr/>
        </p:nvPicPr>
        <p:blipFill rotWithShape="1">
          <a:blip r:embed="rId3">
            <a:alphaModFix/>
          </a:blip>
          <a:srcRect b="44952" l="23629" r="28117" t="0"/>
          <a:stretch/>
        </p:blipFill>
        <p:spPr>
          <a:xfrm>
            <a:off x="235225" y="181550"/>
            <a:ext cx="572326" cy="551551"/>
          </a:xfrm>
          <a:prstGeom prst="rect">
            <a:avLst/>
          </a:prstGeom>
          <a:noFill/>
          <a:ln>
            <a:noFill/>
          </a:ln>
        </p:spPr>
      </p:pic>
      <p:sp>
        <p:nvSpPr>
          <p:cNvPr id="209" name="Google Shape;209;g2b8030a1825_0_345"/>
          <p:cNvSpPr/>
          <p:nvPr/>
        </p:nvSpPr>
        <p:spPr>
          <a:xfrm>
            <a:off x="953075" y="419100"/>
            <a:ext cx="24425" cy="19050"/>
          </a:xfrm>
          <a:prstGeom prst="flowChartOnlineStorage">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10" name="Google Shape;210;g2b8030a1825_0_345"/>
          <p:cNvSpPr/>
          <p:nvPr/>
        </p:nvSpPr>
        <p:spPr>
          <a:xfrm>
            <a:off x="858750" y="260350"/>
            <a:ext cx="2341800" cy="294900"/>
          </a:xfrm>
          <a:prstGeom prst="roundRect">
            <a:avLst>
              <a:gd fmla="val 11318" name="adj"/>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Fredoka Medium"/>
                <a:ea typeface="Fredoka Medium"/>
                <a:cs typeface="Fredoka Medium"/>
                <a:sym typeface="Fredoka Medium"/>
              </a:rPr>
              <a:t>GUIDES</a:t>
            </a:r>
            <a:endParaRPr>
              <a:solidFill>
                <a:schemeClr val="lt1"/>
              </a:solidFill>
              <a:latin typeface="Fredoka Medium"/>
              <a:ea typeface="Fredoka Medium"/>
              <a:cs typeface="Fredoka Medium"/>
              <a:sym typeface="Fredoka Medium"/>
            </a:endParaRPr>
          </a:p>
        </p:txBody>
      </p:sp>
      <p:sp>
        <p:nvSpPr>
          <p:cNvPr id="211" name="Google Shape;211;g2b8030a1825_0_345"/>
          <p:cNvSpPr/>
          <p:nvPr/>
        </p:nvSpPr>
        <p:spPr>
          <a:xfrm>
            <a:off x="576725" y="1598250"/>
            <a:ext cx="2429400" cy="2099100"/>
          </a:xfrm>
          <a:prstGeom prst="roundRect">
            <a:avLst>
              <a:gd fmla="val 11318" name="adj"/>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0">
                <a:solidFill>
                  <a:schemeClr val="lt1"/>
                </a:solidFill>
                <a:latin typeface="Fredoka Medium"/>
                <a:ea typeface="Fredoka Medium"/>
                <a:cs typeface="Fredoka Medium"/>
                <a:sym typeface="Fredoka Medium"/>
              </a:rPr>
              <a:t>G</a:t>
            </a:r>
            <a:endParaRPr sz="13000">
              <a:solidFill>
                <a:schemeClr val="lt1"/>
              </a:solidFill>
              <a:latin typeface="Fredoka Medium"/>
              <a:ea typeface="Fredoka Medium"/>
              <a:cs typeface="Fredoka Medium"/>
              <a:sym typeface="Fredoka Medium"/>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g2bccfc52019_0_66"/>
          <p:cNvSpPr txBox="1"/>
          <p:nvPr/>
        </p:nvSpPr>
        <p:spPr>
          <a:xfrm>
            <a:off x="0" y="4729225"/>
            <a:ext cx="19170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999999"/>
                </a:solidFill>
                <a:latin typeface="Fredoka"/>
                <a:ea typeface="Fredoka"/>
                <a:cs typeface="Fredoka"/>
                <a:sym typeface="Fredoka"/>
              </a:rPr>
              <a:t>pockettours.com</a:t>
            </a:r>
            <a:endParaRPr sz="1100">
              <a:solidFill>
                <a:srgbClr val="999999"/>
              </a:solidFill>
              <a:latin typeface="Fredoka"/>
              <a:ea typeface="Fredoka"/>
              <a:cs typeface="Fredoka"/>
              <a:sym typeface="Fredoka"/>
            </a:endParaRPr>
          </a:p>
        </p:txBody>
      </p:sp>
      <p:sp>
        <p:nvSpPr>
          <p:cNvPr id="217" name="Google Shape;217;g2bccfc52019_0_66"/>
          <p:cNvSpPr txBox="1"/>
          <p:nvPr/>
        </p:nvSpPr>
        <p:spPr>
          <a:xfrm>
            <a:off x="8186700" y="4729225"/>
            <a:ext cx="957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999999"/>
                </a:solidFill>
                <a:latin typeface="Fredoka"/>
                <a:ea typeface="Fredoka"/>
                <a:cs typeface="Fredoka"/>
                <a:sym typeface="Fredoka"/>
              </a:rPr>
              <a:t>@2024</a:t>
            </a:r>
            <a:endParaRPr sz="1100">
              <a:solidFill>
                <a:srgbClr val="999999"/>
              </a:solidFill>
              <a:latin typeface="Fredoka"/>
              <a:ea typeface="Fredoka"/>
              <a:cs typeface="Fredoka"/>
              <a:sym typeface="Fredoka"/>
            </a:endParaRPr>
          </a:p>
        </p:txBody>
      </p:sp>
      <p:sp>
        <p:nvSpPr>
          <p:cNvPr id="218" name="Google Shape;218;g2bccfc52019_0_66"/>
          <p:cNvSpPr txBox="1"/>
          <p:nvPr/>
        </p:nvSpPr>
        <p:spPr>
          <a:xfrm>
            <a:off x="3613500" y="4729225"/>
            <a:ext cx="19170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999999"/>
                </a:solidFill>
                <a:latin typeface="Fredoka"/>
                <a:ea typeface="Fredoka"/>
                <a:cs typeface="Fredoka"/>
                <a:sym typeface="Fredoka"/>
              </a:rPr>
              <a:t>city tours in your pocket</a:t>
            </a:r>
            <a:endParaRPr sz="1100">
              <a:solidFill>
                <a:srgbClr val="999999"/>
              </a:solidFill>
              <a:latin typeface="Fredoka"/>
              <a:ea typeface="Fredoka"/>
              <a:cs typeface="Fredoka"/>
              <a:sym typeface="Fredoka"/>
            </a:endParaRPr>
          </a:p>
        </p:txBody>
      </p:sp>
      <p:cxnSp>
        <p:nvCxnSpPr>
          <p:cNvPr id="219" name="Google Shape;219;g2bccfc52019_0_66"/>
          <p:cNvCxnSpPr/>
          <p:nvPr/>
        </p:nvCxnSpPr>
        <p:spPr>
          <a:xfrm rot="10800000">
            <a:off x="968400" y="270025"/>
            <a:ext cx="8175600" cy="4800"/>
          </a:xfrm>
          <a:prstGeom prst="straightConnector1">
            <a:avLst/>
          </a:prstGeom>
          <a:noFill/>
          <a:ln cap="flat" cmpd="sng" w="28575">
            <a:solidFill>
              <a:srgbClr val="ED1E44"/>
            </a:solidFill>
            <a:prstDash val="solid"/>
            <a:round/>
            <a:headEnd len="med" w="med" type="none"/>
            <a:tailEnd len="med" w="med" type="none"/>
          </a:ln>
        </p:spPr>
      </p:cxnSp>
      <p:pic>
        <p:nvPicPr>
          <p:cNvPr id="220" name="Google Shape;220;g2bccfc52019_0_66"/>
          <p:cNvPicPr preferRelativeResize="0"/>
          <p:nvPr/>
        </p:nvPicPr>
        <p:blipFill rotWithShape="1">
          <a:blip r:embed="rId3">
            <a:alphaModFix/>
          </a:blip>
          <a:srcRect b="44952" l="23629" r="28117" t="0"/>
          <a:stretch/>
        </p:blipFill>
        <p:spPr>
          <a:xfrm>
            <a:off x="235225" y="181550"/>
            <a:ext cx="572326" cy="551551"/>
          </a:xfrm>
          <a:prstGeom prst="rect">
            <a:avLst/>
          </a:prstGeom>
          <a:noFill/>
          <a:ln>
            <a:noFill/>
          </a:ln>
        </p:spPr>
      </p:pic>
      <p:sp>
        <p:nvSpPr>
          <p:cNvPr id="221" name="Google Shape;221;g2bccfc52019_0_66"/>
          <p:cNvSpPr/>
          <p:nvPr/>
        </p:nvSpPr>
        <p:spPr>
          <a:xfrm>
            <a:off x="953075" y="419100"/>
            <a:ext cx="24425" cy="19050"/>
          </a:xfrm>
          <a:prstGeom prst="flowChartOnlineStorage">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22" name="Google Shape;222;g2bccfc52019_0_66"/>
          <p:cNvSpPr/>
          <p:nvPr/>
        </p:nvSpPr>
        <p:spPr>
          <a:xfrm>
            <a:off x="858750" y="260350"/>
            <a:ext cx="2647500" cy="294900"/>
          </a:xfrm>
          <a:prstGeom prst="roundRect">
            <a:avLst>
              <a:gd fmla="val 11318" name="adj"/>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Fredoka Medium"/>
                <a:ea typeface="Fredoka Medium"/>
                <a:cs typeface="Fredoka Medium"/>
                <a:sym typeface="Fredoka Medium"/>
              </a:rPr>
              <a:t>WHO ARE THE GUIDES?</a:t>
            </a:r>
            <a:endParaRPr>
              <a:solidFill>
                <a:schemeClr val="lt1"/>
              </a:solidFill>
              <a:latin typeface="Fredoka Medium"/>
              <a:ea typeface="Fredoka Medium"/>
              <a:cs typeface="Fredoka Medium"/>
              <a:sym typeface="Fredoka Medium"/>
            </a:endParaRPr>
          </a:p>
        </p:txBody>
      </p:sp>
      <p:sp>
        <p:nvSpPr>
          <p:cNvPr id="223" name="Google Shape;223;g2bccfc52019_0_66"/>
          <p:cNvSpPr/>
          <p:nvPr/>
        </p:nvSpPr>
        <p:spPr>
          <a:xfrm>
            <a:off x="2673448" y="733088"/>
            <a:ext cx="832800" cy="312600"/>
          </a:xfrm>
          <a:prstGeom prst="roundRect">
            <a:avLst>
              <a:gd fmla="val 1666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999999"/>
                </a:solidFill>
                <a:latin typeface="Fredoka"/>
                <a:ea typeface="Fredoka"/>
                <a:cs typeface="Fredoka"/>
                <a:sym typeface="Fredoka"/>
              </a:rPr>
              <a:t>Tours</a:t>
            </a:r>
            <a:endParaRPr b="1" sz="1900">
              <a:solidFill>
                <a:srgbClr val="999999"/>
              </a:solidFill>
              <a:latin typeface="Fredoka"/>
              <a:ea typeface="Fredoka"/>
              <a:cs typeface="Fredoka"/>
              <a:sym typeface="Fredoka"/>
            </a:endParaRPr>
          </a:p>
        </p:txBody>
      </p:sp>
      <p:sp>
        <p:nvSpPr>
          <p:cNvPr id="224" name="Google Shape;224;g2bccfc52019_0_66"/>
          <p:cNvSpPr/>
          <p:nvPr/>
        </p:nvSpPr>
        <p:spPr>
          <a:xfrm>
            <a:off x="7181148" y="1781213"/>
            <a:ext cx="1343700" cy="3126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999999"/>
                </a:solidFill>
                <a:latin typeface="Fredoka"/>
                <a:ea typeface="Fredoka"/>
                <a:cs typeface="Fredoka"/>
                <a:sym typeface="Fredoka"/>
              </a:rPr>
              <a:t>Teaching</a:t>
            </a:r>
            <a:endParaRPr b="1">
              <a:solidFill>
                <a:srgbClr val="999999"/>
              </a:solidFill>
              <a:latin typeface="Fredoka"/>
              <a:ea typeface="Fredoka"/>
              <a:cs typeface="Fredoka"/>
              <a:sym typeface="Fredoka"/>
            </a:endParaRPr>
          </a:p>
        </p:txBody>
      </p:sp>
      <p:sp>
        <p:nvSpPr>
          <p:cNvPr id="225" name="Google Shape;225;g2bccfc52019_0_66"/>
          <p:cNvSpPr/>
          <p:nvPr/>
        </p:nvSpPr>
        <p:spPr>
          <a:xfrm>
            <a:off x="293250" y="3272075"/>
            <a:ext cx="8557500" cy="665400"/>
          </a:xfrm>
          <a:prstGeom prst="roundRect">
            <a:avLst>
              <a:gd fmla="val 16667" name="adj"/>
            </a:avLst>
          </a:prstGeom>
          <a:noFill/>
          <a:ln cap="flat" cmpd="sng" w="19050">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latin typeface="Inter"/>
                <a:ea typeface="Inter"/>
                <a:cs typeface="Inter"/>
                <a:sym typeface="Inter"/>
              </a:rPr>
              <a:t>Anna, 35, is    </a:t>
            </a:r>
            <a:r>
              <a:rPr lang="en" sz="1200">
                <a:solidFill>
                  <a:srgbClr val="999999"/>
                </a:solidFill>
                <a:latin typeface="Inter"/>
                <a:ea typeface="Inter"/>
                <a:cs typeface="Inter"/>
                <a:sym typeface="Inter"/>
              </a:rPr>
              <a:t>an art and history professor who’s passionate about bringing museums to life through her pocket tours, focusing on the art displayed in her hometown, Edinburgh. Thanks to Anna's pocket tours, travelers gain a deeper understanding of the artwork and exhibits, enhancing their museum experience with her expert guidance.</a:t>
            </a:r>
            <a:endParaRPr sz="1200">
              <a:solidFill>
                <a:srgbClr val="999999"/>
              </a:solidFill>
              <a:latin typeface="Inter"/>
              <a:ea typeface="Inter"/>
              <a:cs typeface="Inter"/>
              <a:sym typeface="Inter"/>
            </a:endParaRPr>
          </a:p>
        </p:txBody>
      </p:sp>
      <p:sp>
        <p:nvSpPr>
          <p:cNvPr id="226" name="Google Shape;226;g2bccfc52019_0_66"/>
          <p:cNvSpPr/>
          <p:nvPr/>
        </p:nvSpPr>
        <p:spPr>
          <a:xfrm>
            <a:off x="5286603" y="812550"/>
            <a:ext cx="1534500" cy="3126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solidFill>
                  <a:srgbClr val="999999"/>
                </a:solidFill>
                <a:latin typeface="Fredoka"/>
                <a:ea typeface="Fredoka"/>
                <a:cs typeface="Fredoka"/>
                <a:sym typeface="Fredoka"/>
              </a:rPr>
              <a:t>Attractions</a:t>
            </a:r>
            <a:endParaRPr b="1" sz="1700">
              <a:solidFill>
                <a:srgbClr val="999999"/>
              </a:solidFill>
              <a:latin typeface="Fredoka"/>
              <a:ea typeface="Fredoka"/>
              <a:cs typeface="Fredoka"/>
              <a:sym typeface="Fredoka"/>
            </a:endParaRPr>
          </a:p>
        </p:txBody>
      </p:sp>
      <p:sp>
        <p:nvSpPr>
          <p:cNvPr id="227" name="Google Shape;227;g2bccfc52019_0_66"/>
          <p:cNvSpPr txBox="1"/>
          <p:nvPr/>
        </p:nvSpPr>
        <p:spPr>
          <a:xfrm>
            <a:off x="2227650" y="1737413"/>
            <a:ext cx="1201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999999"/>
                </a:solidFill>
                <a:latin typeface="Fredoka"/>
                <a:ea typeface="Fredoka"/>
                <a:cs typeface="Fredoka"/>
                <a:sym typeface="Fredoka"/>
              </a:rPr>
              <a:t>Influencing</a:t>
            </a:r>
            <a:endParaRPr b="1">
              <a:solidFill>
                <a:srgbClr val="999999"/>
              </a:solidFill>
              <a:latin typeface="Fredoka"/>
              <a:ea typeface="Fredoka"/>
              <a:cs typeface="Fredoka"/>
              <a:sym typeface="Fredoka"/>
            </a:endParaRPr>
          </a:p>
        </p:txBody>
      </p:sp>
      <p:sp>
        <p:nvSpPr>
          <p:cNvPr id="228" name="Google Shape;228;g2bccfc52019_0_66"/>
          <p:cNvSpPr/>
          <p:nvPr/>
        </p:nvSpPr>
        <p:spPr>
          <a:xfrm>
            <a:off x="364527" y="1829788"/>
            <a:ext cx="1201500" cy="3126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999999"/>
                </a:solidFill>
                <a:latin typeface="Fredoka"/>
                <a:ea typeface="Fredoka"/>
                <a:cs typeface="Fredoka"/>
                <a:sym typeface="Fredoka"/>
              </a:rPr>
              <a:t>Museums</a:t>
            </a:r>
            <a:endParaRPr b="1">
              <a:solidFill>
                <a:srgbClr val="999999"/>
              </a:solidFill>
              <a:latin typeface="Fredoka"/>
              <a:ea typeface="Fredoka"/>
              <a:cs typeface="Fredoka"/>
              <a:sym typeface="Fredoka"/>
            </a:endParaRPr>
          </a:p>
        </p:txBody>
      </p:sp>
      <p:sp>
        <p:nvSpPr>
          <p:cNvPr id="229" name="Google Shape;229;g2bccfc52019_0_66"/>
          <p:cNvSpPr/>
          <p:nvPr/>
        </p:nvSpPr>
        <p:spPr>
          <a:xfrm>
            <a:off x="6206275" y="2652825"/>
            <a:ext cx="909000" cy="312600"/>
          </a:xfrm>
          <a:prstGeom prst="roundRect">
            <a:avLst>
              <a:gd fmla="val 1666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solidFill>
                  <a:srgbClr val="999999"/>
                </a:solidFill>
                <a:latin typeface="Fredoka"/>
                <a:ea typeface="Fredoka"/>
                <a:cs typeface="Fredoka"/>
                <a:sym typeface="Fredoka"/>
              </a:rPr>
              <a:t>History</a:t>
            </a:r>
            <a:endParaRPr b="1" sz="1500">
              <a:solidFill>
                <a:srgbClr val="999999"/>
              </a:solidFill>
              <a:latin typeface="Fredoka"/>
              <a:ea typeface="Fredoka"/>
              <a:cs typeface="Fredoka"/>
              <a:sym typeface="Fredoka"/>
            </a:endParaRPr>
          </a:p>
        </p:txBody>
      </p:sp>
      <p:sp>
        <p:nvSpPr>
          <p:cNvPr id="230" name="Google Shape;230;g2bccfc52019_0_66"/>
          <p:cNvSpPr/>
          <p:nvPr/>
        </p:nvSpPr>
        <p:spPr>
          <a:xfrm>
            <a:off x="2227650" y="2652825"/>
            <a:ext cx="1201500" cy="3126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solidFill>
                  <a:srgbClr val="999999"/>
                </a:solidFill>
                <a:latin typeface="Fredoka"/>
                <a:ea typeface="Fredoka"/>
                <a:cs typeface="Fredoka"/>
                <a:sym typeface="Fredoka"/>
              </a:rPr>
              <a:t>Geography</a:t>
            </a:r>
            <a:endParaRPr b="1" sz="1500">
              <a:solidFill>
                <a:srgbClr val="999999"/>
              </a:solidFill>
              <a:latin typeface="Fredoka"/>
              <a:ea typeface="Fredoka"/>
              <a:cs typeface="Fredoka"/>
              <a:sym typeface="Fredoka"/>
            </a:endParaRPr>
          </a:p>
        </p:txBody>
      </p:sp>
      <p:sp>
        <p:nvSpPr>
          <p:cNvPr id="231" name="Google Shape;231;g2bccfc52019_0_66"/>
          <p:cNvSpPr/>
          <p:nvPr/>
        </p:nvSpPr>
        <p:spPr>
          <a:xfrm>
            <a:off x="5774402" y="1781225"/>
            <a:ext cx="1046700" cy="3126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999999"/>
                </a:solidFill>
                <a:latin typeface="Fredoka"/>
                <a:ea typeface="Fredoka"/>
                <a:cs typeface="Fredoka"/>
                <a:sym typeface="Fredoka"/>
              </a:rPr>
              <a:t>Talking</a:t>
            </a:r>
            <a:endParaRPr b="1" sz="1600">
              <a:solidFill>
                <a:srgbClr val="999999"/>
              </a:solidFill>
              <a:latin typeface="Fredoka"/>
              <a:ea typeface="Fredoka"/>
              <a:cs typeface="Fredoka"/>
              <a:sym typeface="Fredoka"/>
            </a:endParaRPr>
          </a:p>
        </p:txBody>
      </p:sp>
      <p:sp>
        <p:nvSpPr>
          <p:cNvPr id="232" name="Google Shape;232;g2bccfc52019_0_66"/>
          <p:cNvSpPr/>
          <p:nvPr/>
        </p:nvSpPr>
        <p:spPr>
          <a:xfrm>
            <a:off x="7344912" y="871713"/>
            <a:ext cx="1343700" cy="3126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999999"/>
                </a:solidFill>
                <a:latin typeface="Fredoka"/>
                <a:ea typeface="Fredoka"/>
                <a:cs typeface="Fredoka"/>
                <a:sym typeface="Fredoka"/>
              </a:rPr>
              <a:t>Tips &amp; Tricks</a:t>
            </a:r>
            <a:endParaRPr b="1">
              <a:solidFill>
                <a:srgbClr val="999999"/>
              </a:solidFill>
              <a:latin typeface="Fredoka"/>
              <a:ea typeface="Fredoka"/>
              <a:cs typeface="Fredoka"/>
              <a:sym typeface="Fredoka"/>
            </a:endParaRPr>
          </a:p>
        </p:txBody>
      </p:sp>
      <p:sp>
        <p:nvSpPr>
          <p:cNvPr id="233" name="Google Shape;233;g2bccfc52019_0_66"/>
          <p:cNvSpPr/>
          <p:nvPr/>
        </p:nvSpPr>
        <p:spPr>
          <a:xfrm>
            <a:off x="293250" y="4063675"/>
            <a:ext cx="8557500" cy="665400"/>
          </a:xfrm>
          <a:prstGeom prst="roundRect">
            <a:avLst>
              <a:gd fmla="val 16667" name="adj"/>
            </a:avLst>
          </a:prstGeom>
          <a:noFill/>
          <a:ln cap="flat" cmpd="sng" w="19050">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100">
                <a:latin typeface="Inter"/>
                <a:ea typeface="Inter"/>
                <a:cs typeface="Inter"/>
                <a:sym typeface="Inter"/>
              </a:rPr>
              <a:t>                         </a:t>
            </a:r>
            <a:r>
              <a:rPr lang="en" sz="1100">
                <a:solidFill>
                  <a:srgbClr val="999999"/>
                </a:solidFill>
                <a:latin typeface="Inter"/>
                <a:ea typeface="Inter"/>
                <a:cs typeface="Inter"/>
                <a:sym typeface="Inter"/>
              </a:rPr>
              <a:t>An archaeologist dedicated to sharing the wonders of ancient civilizations with curious travelers. He uploads pocket tours featuring in-depth explorations of archaeological sites in Rome, such as the Colosseum. Tourists visiting Rome listen to Michael's pocket tours to enrich their experience as they wander through the ancient ruins.</a:t>
            </a:r>
            <a:endParaRPr sz="1100">
              <a:solidFill>
                <a:srgbClr val="999999"/>
              </a:solidFill>
              <a:latin typeface="Inter"/>
              <a:ea typeface="Inter"/>
              <a:cs typeface="Inter"/>
              <a:sym typeface="Inter"/>
            </a:endParaRPr>
          </a:p>
        </p:txBody>
      </p:sp>
      <p:sp>
        <p:nvSpPr>
          <p:cNvPr id="234" name="Google Shape;234;g2bccfc52019_0_66"/>
          <p:cNvSpPr txBox="1"/>
          <p:nvPr/>
        </p:nvSpPr>
        <p:spPr>
          <a:xfrm>
            <a:off x="7577900" y="2467475"/>
            <a:ext cx="1201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999999"/>
                </a:solidFill>
                <a:latin typeface="Fredoka"/>
                <a:ea typeface="Fredoka"/>
                <a:cs typeface="Fredoka"/>
                <a:sym typeface="Fredoka"/>
              </a:rPr>
              <a:t>Games</a:t>
            </a:r>
            <a:endParaRPr b="1">
              <a:solidFill>
                <a:srgbClr val="999999"/>
              </a:solidFill>
              <a:latin typeface="Fredoka"/>
              <a:ea typeface="Fredoka"/>
              <a:cs typeface="Fredoka"/>
              <a:sym typeface="Fredoka"/>
            </a:endParaRPr>
          </a:p>
        </p:txBody>
      </p:sp>
      <p:sp>
        <p:nvSpPr>
          <p:cNvPr id="235" name="Google Shape;235;g2bccfc52019_0_66"/>
          <p:cNvSpPr/>
          <p:nvPr/>
        </p:nvSpPr>
        <p:spPr>
          <a:xfrm>
            <a:off x="697715" y="1125150"/>
            <a:ext cx="1461900" cy="3126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999999"/>
                </a:solidFill>
                <a:latin typeface="Fredoka"/>
                <a:ea typeface="Fredoka"/>
                <a:cs typeface="Fredoka"/>
                <a:sym typeface="Fredoka"/>
              </a:rPr>
              <a:t>Independence</a:t>
            </a:r>
            <a:endParaRPr b="1">
              <a:solidFill>
                <a:srgbClr val="999999"/>
              </a:solidFill>
              <a:latin typeface="Fredoka"/>
              <a:ea typeface="Fredoka"/>
              <a:cs typeface="Fredoka"/>
              <a:sym typeface="Fredoka"/>
            </a:endParaRPr>
          </a:p>
        </p:txBody>
      </p:sp>
      <p:sp>
        <p:nvSpPr>
          <p:cNvPr id="236" name="Google Shape;236;g2bccfc52019_0_66"/>
          <p:cNvSpPr/>
          <p:nvPr/>
        </p:nvSpPr>
        <p:spPr>
          <a:xfrm>
            <a:off x="3613490" y="630325"/>
            <a:ext cx="1461900" cy="3126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999999"/>
                </a:solidFill>
                <a:latin typeface="Fredoka"/>
                <a:ea typeface="Fredoka"/>
                <a:cs typeface="Fredoka"/>
                <a:sym typeface="Fredoka"/>
              </a:rPr>
              <a:t>Money</a:t>
            </a:r>
            <a:endParaRPr b="1" sz="1200">
              <a:solidFill>
                <a:srgbClr val="999999"/>
              </a:solidFill>
              <a:latin typeface="Fredoka"/>
              <a:ea typeface="Fredoka"/>
              <a:cs typeface="Fredoka"/>
              <a:sym typeface="Fredoka"/>
            </a:endParaRPr>
          </a:p>
        </p:txBody>
      </p:sp>
      <p:sp>
        <p:nvSpPr>
          <p:cNvPr id="237" name="Google Shape;237;g2bccfc52019_0_66"/>
          <p:cNvSpPr/>
          <p:nvPr/>
        </p:nvSpPr>
        <p:spPr>
          <a:xfrm>
            <a:off x="293250" y="3262438"/>
            <a:ext cx="1068000" cy="240900"/>
          </a:xfrm>
          <a:prstGeom prst="roundRect">
            <a:avLst>
              <a:gd fmla="val 22410" name="adj"/>
            </a:avLst>
          </a:prstGeom>
          <a:solidFill>
            <a:srgbClr val="ED1E44"/>
          </a:solidFill>
          <a:ln cap="flat" cmpd="sng" w="19050">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Fredoka"/>
                <a:ea typeface="Fredoka"/>
                <a:cs typeface="Fredoka"/>
                <a:sym typeface="Fredoka"/>
              </a:rPr>
              <a:t>Anna, 32</a:t>
            </a:r>
            <a:endParaRPr>
              <a:solidFill>
                <a:schemeClr val="lt1"/>
              </a:solidFill>
              <a:latin typeface="Fredoka"/>
              <a:ea typeface="Fredoka"/>
              <a:cs typeface="Fredoka"/>
              <a:sym typeface="Fredoka"/>
            </a:endParaRPr>
          </a:p>
        </p:txBody>
      </p:sp>
      <p:sp>
        <p:nvSpPr>
          <p:cNvPr id="238" name="Google Shape;238;g2bccfc52019_0_66"/>
          <p:cNvSpPr/>
          <p:nvPr/>
        </p:nvSpPr>
        <p:spPr>
          <a:xfrm>
            <a:off x="293250" y="4063675"/>
            <a:ext cx="1068000" cy="240900"/>
          </a:xfrm>
          <a:prstGeom prst="roundRect">
            <a:avLst>
              <a:gd fmla="val 22410" name="adj"/>
            </a:avLst>
          </a:prstGeom>
          <a:solidFill>
            <a:srgbClr val="ED1E44"/>
          </a:solidFill>
          <a:ln cap="flat" cmpd="sng" w="19050">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Fredoka"/>
                <a:ea typeface="Fredoka"/>
                <a:cs typeface="Fredoka"/>
                <a:sym typeface="Fredoka"/>
              </a:rPr>
              <a:t>David</a:t>
            </a:r>
            <a:r>
              <a:rPr lang="en">
                <a:solidFill>
                  <a:schemeClr val="lt1"/>
                </a:solidFill>
                <a:latin typeface="Fredoka"/>
                <a:ea typeface="Fredoka"/>
                <a:cs typeface="Fredoka"/>
                <a:sym typeface="Fredoka"/>
              </a:rPr>
              <a:t>, 45</a:t>
            </a:r>
            <a:endParaRPr>
              <a:solidFill>
                <a:schemeClr val="lt1"/>
              </a:solidFill>
              <a:latin typeface="Fredoka"/>
              <a:ea typeface="Fredoka"/>
              <a:cs typeface="Fredoka"/>
              <a:sym typeface="Fredoka"/>
            </a:endParaRPr>
          </a:p>
        </p:txBody>
      </p:sp>
      <p:sp>
        <p:nvSpPr>
          <p:cNvPr id="239" name="Google Shape;239;g2bccfc52019_0_66"/>
          <p:cNvSpPr txBox="1"/>
          <p:nvPr/>
        </p:nvSpPr>
        <p:spPr>
          <a:xfrm>
            <a:off x="1026150" y="2301913"/>
            <a:ext cx="1201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999999"/>
                </a:solidFill>
                <a:latin typeface="Fredoka"/>
                <a:ea typeface="Fredoka"/>
                <a:cs typeface="Fredoka"/>
                <a:sym typeface="Fredoka"/>
              </a:rPr>
              <a:t>Outdoor</a:t>
            </a:r>
            <a:endParaRPr b="1">
              <a:solidFill>
                <a:srgbClr val="999999"/>
              </a:solidFill>
              <a:latin typeface="Fredoka"/>
              <a:ea typeface="Fredoka"/>
              <a:cs typeface="Fredoka"/>
              <a:sym typeface="Fredoka"/>
            </a:endParaRPr>
          </a:p>
        </p:txBody>
      </p:sp>
      <p:sp>
        <p:nvSpPr>
          <p:cNvPr id="240" name="Google Shape;240;g2bccfc52019_0_66"/>
          <p:cNvSpPr/>
          <p:nvPr/>
        </p:nvSpPr>
        <p:spPr>
          <a:xfrm>
            <a:off x="3676476" y="1298417"/>
            <a:ext cx="1790954" cy="1507574"/>
          </a:xfrm>
          <a:prstGeom prst="roundRect">
            <a:avLst>
              <a:gd fmla="val 11318" name="adj"/>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0">
                <a:solidFill>
                  <a:schemeClr val="lt1"/>
                </a:solidFill>
                <a:latin typeface="Fredoka Medium"/>
                <a:ea typeface="Fredoka Medium"/>
                <a:cs typeface="Fredoka Medium"/>
                <a:sym typeface="Fredoka Medium"/>
              </a:rPr>
              <a:t>G</a:t>
            </a:r>
            <a:endParaRPr sz="9000">
              <a:solidFill>
                <a:schemeClr val="lt1"/>
              </a:solidFill>
              <a:latin typeface="Fredoka Medium"/>
              <a:ea typeface="Fredoka Medium"/>
              <a:cs typeface="Fredoka Medium"/>
              <a:sym typeface="Fredoka Medium"/>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g2b8030a1825_0_588"/>
          <p:cNvSpPr txBox="1"/>
          <p:nvPr/>
        </p:nvSpPr>
        <p:spPr>
          <a:xfrm>
            <a:off x="0" y="4729225"/>
            <a:ext cx="19170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999999"/>
                </a:solidFill>
                <a:latin typeface="Fredoka"/>
                <a:ea typeface="Fredoka"/>
                <a:cs typeface="Fredoka"/>
                <a:sym typeface="Fredoka"/>
              </a:rPr>
              <a:t>pockettours.com</a:t>
            </a:r>
            <a:endParaRPr sz="1100">
              <a:solidFill>
                <a:srgbClr val="999999"/>
              </a:solidFill>
              <a:latin typeface="Fredoka"/>
              <a:ea typeface="Fredoka"/>
              <a:cs typeface="Fredoka"/>
              <a:sym typeface="Fredoka"/>
            </a:endParaRPr>
          </a:p>
        </p:txBody>
      </p:sp>
      <p:sp>
        <p:nvSpPr>
          <p:cNvPr id="246" name="Google Shape;246;g2b8030a1825_0_588"/>
          <p:cNvSpPr txBox="1"/>
          <p:nvPr/>
        </p:nvSpPr>
        <p:spPr>
          <a:xfrm>
            <a:off x="8186700" y="4729225"/>
            <a:ext cx="957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999999"/>
                </a:solidFill>
                <a:latin typeface="Fredoka"/>
                <a:ea typeface="Fredoka"/>
                <a:cs typeface="Fredoka"/>
                <a:sym typeface="Fredoka"/>
              </a:rPr>
              <a:t>@2024</a:t>
            </a:r>
            <a:endParaRPr sz="1100">
              <a:solidFill>
                <a:srgbClr val="999999"/>
              </a:solidFill>
              <a:latin typeface="Fredoka"/>
              <a:ea typeface="Fredoka"/>
              <a:cs typeface="Fredoka"/>
              <a:sym typeface="Fredoka"/>
            </a:endParaRPr>
          </a:p>
        </p:txBody>
      </p:sp>
      <p:sp>
        <p:nvSpPr>
          <p:cNvPr id="247" name="Google Shape;247;g2b8030a1825_0_588"/>
          <p:cNvSpPr txBox="1"/>
          <p:nvPr/>
        </p:nvSpPr>
        <p:spPr>
          <a:xfrm>
            <a:off x="3613500" y="4729225"/>
            <a:ext cx="19170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999999"/>
                </a:solidFill>
                <a:latin typeface="Fredoka"/>
                <a:ea typeface="Fredoka"/>
                <a:cs typeface="Fredoka"/>
                <a:sym typeface="Fredoka"/>
              </a:rPr>
              <a:t>city tours in your pocket</a:t>
            </a:r>
            <a:endParaRPr sz="1100">
              <a:solidFill>
                <a:srgbClr val="999999"/>
              </a:solidFill>
              <a:latin typeface="Fredoka"/>
              <a:ea typeface="Fredoka"/>
              <a:cs typeface="Fredoka"/>
              <a:sym typeface="Fredoka"/>
            </a:endParaRPr>
          </a:p>
        </p:txBody>
      </p:sp>
      <p:cxnSp>
        <p:nvCxnSpPr>
          <p:cNvPr id="248" name="Google Shape;248;g2b8030a1825_0_588"/>
          <p:cNvCxnSpPr/>
          <p:nvPr/>
        </p:nvCxnSpPr>
        <p:spPr>
          <a:xfrm rot="10800000">
            <a:off x="968400" y="270025"/>
            <a:ext cx="8175600" cy="4800"/>
          </a:xfrm>
          <a:prstGeom prst="straightConnector1">
            <a:avLst/>
          </a:prstGeom>
          <a:noFill/>
          <a:ln cap="flat" cmpd="sng" w="28575">
            <a:solidFill>
              <a:srgbClr val="ED1E44"/>
            </a:solidFill>
            <a:prstDash val="solid"/>
            <a:round/>
            <a:headEnd len="med" w="med" type="none"/>
            <a:tailEnd len="med" w="med" type="none"/>
          </a:ln>
        </p:spPr>
      </p:cxnSp>
      <p:pic>
        <p:nvPicPr>
          <p:cNvPr id="249" name="Google Shape;249;g2b8030a1825_0_588"/>
          <p:cNvPicPr preferRelativeResize="0"/>
          <p:nvPr/>
        </p:nvPicPr>
        <p:blipFill rotWithShape="1">
          <a:blip r:embed="rId3">
            <a:alphaModFix/>
          </a:blip>
          <a:srcRect b="44952" l="23629" r="28117" t="0"/>
          <a:stretch/>
        </p:blipFill>
        <p:spPr>
          <a:xfrm>
            <a:off x="235225" y="181550"/>
            <a:ext cx="572326" cy="551551"/>
          </a:xfrm>
          <a:prstGeom prst="rect">
            <a:avLst/>
          </a:prstGeom>
          <a:noFill/>
          <a:ln>
            <a:noFill/>
          </a:ln>
        </p:spPr>
      </p:pic>
      <p:sp>
        <p:nvSpPr>
          <p:cNvPr id="250" name="Google Shape;250;g2b8030a1825_0_588"/>
          <p:cNvSpPr/>
          <p:nvPr/>
        </p:nvSpPr>
        <p:spPr>
          <a:xfrm>
            <a:off x="953075" y="419100"/>
            <a:ext cx="24425" cy="19050"/>
          </a:xfrm>
          <a:prstGeom prst="flowChartOnlineStorage">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51" name="Google Shape;251;g2b8030a1825_0_588"/>
          <p:cNvSpPr/>
          <p:nvPr/>
        </p:nvSpPr>
        <p:spPr>
          <a:xfrm>
            <a:off x="858750" y="260350"/>
            <a:ext cx="2341800" cy="294900"/>
          </a:xfrm>
          <a:prstGeom prst="roundRect">
            <a:avLst>
              <a:gd fmla="val 11318" name="adj"/>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Fredoka Medium"/>
                <a:ea typeface="Fredoka Medium"/>
                <a:cs typeface="Fredoka Medium"/>
                <a:sym typeface="Fredoka Medium"/>
              </a:rPr>
              <a:t>GUIDES</a:t>
            </a:r>
            <a:endParaRPr>
              <a:solidFill>
                <a:schemeClr val="lt1"/>
              </a:solidFill>
              <a:latin typeface="Fredoka Medium"/>
              <a:ea typeface="Fredoka Medium"/>
              <a:cs typeface="Fredoka Medium"/>
              <a:sym typeface="Fredoka Medium"/>
            </a:endParaRPr>
          </a:p>
        </p:txBody>
      </p:sp>
      <p:sp>
        <p:nvSpPr>
          <p:cNvPr id="252" name="Google Shape;252;g2b8030a1825_0_588"/>
          <p:cNvSpPr txBox="1"/>
          <p:nvPr/>
        </p:nvSpPr>
        <p:spPr>
          <a:xfrm>
            <a:off x="-75" y="1724063"/>
            <a:ext cx="9144000" cy="1723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000">
                <a:solidFill>
                  <a:schemeClr val="dk2"/>
                </a:solidFill>
                <a:latin typeface="Inter"/>
                <a:ea typeface="Inter"/>
                <a:cs typeface="Inter"/>
                <a:sym typeface="Inter"/>
              </a:rPr>
              <a:t>Be creative</a:t>
            </a:r>
            <a:endParaRPr sz="2000">
              <a:solidFill>
                <a:schemeClr val="dk2"/>
              </a:solidFill>
              <a:latin typeface="Inter"/>
              <a:ea typeface="Inter"/>
              <a:cs typeface="Inter"/>
              <a:sym typeface="Inter"/>
            </a:endParaRPr>
          </a:p>
          <a:p>
            <a:pPr indent="0" lvl="0" marL="0" rtl="0" algn="ctr">
              <a:spcBef>
                <a:spcPts val="0"/>
              </a:spcBef>
              <a:spcAft>
                <a:spcPts val="0"/>
              </a:spcAft>
              <a:buNone/>
            </a:pPr>
            <a:r>
              <a:rPr lang="en" sz="2000">
                <a:solidFill>
                  <a:schemeClr val="dk2"/>
                </a:solidFill>
                <a:latin typeface="Inter"/>
                <a:ea typeface="Inter"/>
                <a:cs typeface="Inter"/>
                <a:sym typeface="Inter"/>
              </a:rPr>
              <a:t>Make money on your own</a:t>
            </a:r>
            <a:endParaRPr sz="2000">
              <a:solidFill>
                <a:schemeClr val="dk2"/>
              </a:solidFill>
              <a:latin typeface="Inter"/>
              <a:ea typeface="Inter"/>
              <a:cs typeface="Inter"/>
              <a:sym typeface="Inter"/>
            </a:endParaRPr>
          </a:p>
          <a:p>
            <a:pPr indent="0" lvl="0" marL="0" rtl="0" algn="ctr">
              <a:spcBef>
                <a:spcPts val="0"/>
              </a:spcBef>
              <a:spcAft>
                <a:spcPts val="0"/>
              </a:spcAft>
              <a:buNone/>
            </a:pPr>
            <a:r>
              <a:rPr lang="en" sz="2000">
                <a:solidFill>
                  <a:schemeClr val="dk2"/>
                </a:solidFill>
                <a:latin typeface="Inter"/>
                <a:ea typeface="Inter"/>
                <a:cs typeface="Inter"/>
                <a:sym typeface="Inter"/>
              </a:rPr>
              <a:t>Marketize your work</a:t>
            </a:r>
            <a:endParaRPr sz="2000">
              <a:solidFill>
                <a:schemeClr val="dk2"/>
              </a:solidFill>
              <a:latin typeface="Inter"/>
              <a:ea typeface="Inter"/>
              <a:cs typeface="Inter"/>
              <a:sym typeface="Inter"/>
            </a:endParaRPr>
          </a:p>
          <a:p>
            <a:pPr indent="0" lvl="0" marL="0" rtl="0" algn="ctr">
              <a:spcBef>
                <a:spcPts val="0"/>
              </a:spcBef>
              <a:spcAft>
                <a:spcPts val="0"/>
              </a:spcAft>
              <a:buNone/>
            </a:pPr>
            <a:r>
              <a:rPr lang="en" sz="2000">
                <a:solidFill>
                  <a:schemeClr val="dk2"/>
                </a:solidFill>
                <a:latin typeface="Inter"/>
                <a:ea typeface="Inter"/>
                <a:cs typeface="Inter"/>
                <a:sym typeface="Inter"/>
              </a:rPr>
              <a:t>Get rewarded</a:t>
            </a:r>
            <a:endParaRPr sz="2000">
              <a:solidFill>
                <a:schemeClr val="dk2"/>
              </a:solidFill>
              <a:latin typeface="Inter"/>
              <a:ea typeface="Inter"/>
              <a:cs typeface="Inter"/>
              <a:sym typeface="Inter"/>
            </a:endParaRPr>
          </a:p>
          <a:p>
            <a:pPr indent="0" lvl="0" marL="0" rtl="0" algn="ctr">
              <a:spcBef>
                <a:spcPts val="0"/>
              </a:spcBef>
              <a:spcAft>
                <a:spcPts val="0"/>
              </a:spcAft>
              <a:buNone/>
            </a:pPr>
            <a:r>
              <a:rPr lang="en" sz="2000">
                <a:solidFill>
                  <a:schemeClr val="dk2"/>
                </a:solidFill>
                <a:latin typeface="Inter"/>
                <a:ea typeface="Inter"/>
                <a:cs typeface="Inter"/>
                <a:sym typeface="Inter"/>
              </a:rPr>
              <a:t>Improve with ratings and reviews</a:t>
            </a:r>
            <a:endParaRPr sz="2000">
              <a:solidFill>
                <a:schemeClr val="dk2"/>
              </a:solidFill>
              <a:latin typeface="Inter"/>
              <a:ea typeface="Inter"/>
              <a:cs typeface="Inter"/>
              <a:sym typeface="Inter"/>
            </a:endParaRPr>
          </a:p>
        </p:txBody>
      </p:sp>
      <p:sp>
        <p:nvSpPr>
          <p:cNvPr id="253" name="Google Shape;253;g2b8030a1825_0_588"/>
          <p:cNvSpPr txBox="1"/>
          <p:nvPr/>
        </p:nvSpPr>
        <p:spPr>
          <a:xfrm>
            <a:off x="-75" y="1083575"/>
            <a:ext cx="9144000" cy="538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300">
                <a:solidFill>
                  <a:srgbClr val="ED1E44"/>
                </a:solidFill>
                <a:latin typeface="Fredoka"/>
                <a:ea typeface="Fredoka"/>
                <a:cs typeface="Fredoka"/>
                <a:sym typeface="Fredoka"/>
              </a:rPr>
              <a:t>EVERY GOOD REASON TO KEEP CREATING CONTENT</a:t>
            </a:r>
            <a:endParaRPr sz="2300">
              <a:solidFill>
                <a:srgbClr val="ED1E44"/>
              </a:solidFill>
              <a:latin typeface="Fredoka"/>
              <a:ea typeface="Fredoka"/>
              <a:cs typeface="Fredoka"/>
              <a:sym typeface="Fredoka"/>
            </a:endParaRPr>
          </a:p>
        </p:txBody>
      </p:sp>
      <p:grpSp>
        <p:nvGrpSpPr>
          <p:cNvPr id="254" name="Google Shape;254;g2b8030a1825_0_588"/>
          <p:cNvGrpSpPr/>
          <p:nvPr/>
        </p:nvGrpSpPr>
        <p:grpSpPr>
          <a:xfrm>
            <a:off x="1036950" y="3549549"/>
            <a:ext cx="1570401" cy="838899"/>
            <a:chOff x="346600" y="3809999"/>
            <a:chExt cx="1570401" cy="838899"/>
          </a:xfrm>
        </p:grpSpPr>
        <p:pic>
          <p:nvPicPr>
            <p:cNvPr id="255" name="Google Shape;255;g2b8030a1825_0_588"/>
            <p:cNvPicPr preferRelativeResize="0"/>
            <p:nvPr/>
          </p:nvPicPr>
          <p:blipFill rotWithShape="1">
            <a:blip r:embed="rId3">
              <a:alphaModFix/>
            </a:blip>
            <a:srcRect b="44891" l="5422" r="7545" t="0"/>
            <a:stretch/>
          </p:blipFill>
          <p:spPr>
            <a:xfrm>
              <a:off x="346600" y="3809999"/>
              <a:ext cx="1570401" cy="838899"/>
            </a:xfrm>
            <a:prstGeom prst="rect">
              <a:avLst/>
            </a:prstGeom>
            <a:noFill/>
            <a:ln>
              <a:noFill/>
            </a:ln>
          </p:spPr>
        </p:pic>
        <p:sp>
          <p:nvSpPr>
            <p:cNvPr id="256" name="Google Shape;256;g2b8030a1825_0_588"/>
            <p:cNvSpPr/>
            <p:nvPr/>
          </p:nvSpPr>
          <p:spPr>
            <a:xfrm>
              <a:off x="884637" y="3994383"/>
              <a:ext cx="501300" cy="478800"/>
            </a:xfrm>
            <a:prstGeom prst="rect">
              <a:avLst/>
            </a:prstGeom>
            <a:solidFill>
              <a:srgbClr val="ED1E4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500">
                  <a:solidFill>
                    <a:schemeClr val="lt1"/>
                  </a:solidFill>
                  <a:latin typeface="Fredoka"/>
                  <a:ea typeface="Fredoka"/>
                  <a:cs typeface="Fredoka"/>
                  <a:sym typeface="Fredoka"/>
                </a:rPr>
                <a:t>10</a:t>
              </a:r>
              <a:endParaRPr sz="2500">
                <a:solidFill>
                  <a:schemeClr val="lt1"/>
                </a:solidFill>
                <a:latin typeface="Fredoka"/>
                <a:ea typeface="Fredoka"/>
                <a:cs typeface="Fredoka"/>
                <a:sym typeface="Fredoka"/>
              </a:endParaRPr>
            </a:p>
          </p:txBody>
        </p:sp>
      </p:grpSp>
      <p:sp>
        <p:nvSpPr>
          <p:cNvPr id="257" name="Google Shape;257;g2b8030a1825_0_588"/>
          <p:cNvSpPr txBox="1"/>
          <p:nvPr/>
        </p:nvSpPr>
        <p:spPr>
          <a:xfrm>
            <a:off x="74500" y="4334325"/>
            <a:ext cx="3495300" cy="38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300">
                <a:solidFill>
                  <a:schemeClr val="dk2"/>
                </a:solidFill>
                <a:latin typeface="Inter"/>
                <a:ea typeface="Inter"/>
                <a:cs typeface="Inter"/>
                <a:sym typeface="Inter"/>
              </a:rPr>
              <a:t>Top10 Paris Pocket Tours</a:t>
            </a:r>
            <a:endParaRPr sz="1300">
              <a:solidFill>
                <a:schemeClr val="dk2"/>
              </a:solidFill>
              <a:latin typeface="Inter"/>
              <a:ea typeface="Inter"/>
              <a:cs typeface="Inter"/>
              <a:sym typeface="Inter"/>
            </a:endParaRPr>
          </a:p>
        </p:txBody>
      </p:sp>
      <p:grpSp>
        <p:nvGrpSpPr>
          <p:cNvPr id="258" name="Google Shape;258;g2b8030a1825_0_588"/>
          <p:cNvGrpSpPr/>
          <p:nvPr/>
        </p:nvGrpSpPr>
        <p:grpSpPr>
          <a:xfrm>
            <a:off x="3828375" y="3549549"/>
            <a:ext cx="1570401" cy="838899"/>
            <a:chOff x="346600" y="3809999"/>
            <a:chExt cx="1570401" cy="838899"/>
          </a:xfrm>
        </p:grpSpPr>
        <p:pic>
          <p:nvPicPr>
            <p:cNvPr id="259" name="Google Shape;259;g2b8030a1825_0_588"/>
            <p:cNvPicPr preferRelativeResize="0"/>
            <p:nvPr/>
          </p:nvPicPr>
          <p:blipFill rotWithShape="1">
            <a:blip r:embed="rId4">
              <a:alphaModFix/>
            </a:blip>
            <a:srcRect b="44891" l="5422" r="7545" t="0"/>
            <a:stretch/>
          </p:blipFill>
          <p:spPr>
            <a:xfrm>
              <a:off x="346600" y="3809999"/>
              <a:ext cx="1570401" cy="838899"/>
            </a:xfrm>
            <a:prstGeom prst="rect">
              <a:avLst/>
            </a:prstGeom>
            <a:noFill/>
            <a:ln>
              <a:noFill/>
            </a:ln>
          </p:spPr>
        </p:pic>
        <p:sp>
          <p:nvSpPr>
            <p:cNvPr id="260" name="Google Shape;260;g2b8030a1825_0_588"/>
            <p:cNvSpPr/>
            <p:nvPr/>
          </p:nvSpPr>
          <p:spPr>
            <a:xfrm>
              <a:off x="884637" y="3994383"/>
              <a:ext cx="501300" cy="478800"/>
            </a:xfrm>
            <a:prstGeom prst="rect">
              <a:avLst/>
            </a:prstGeom>
            <a:solidFill>
              <a:srgbClr val="00BED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500">
                  <a:solidFill>
                    <a:schemeClr val="lt1"/>
                  </a:solidFill>
                  <a:latin typeface="Fredoka"/>
                  <a:ea typeface="Fredoka"/>
                  <a:cs typeface="Fredoka"/>
                  <a:sym typeface="Fredoka"/>
                </a:rPr>
                <a:t>M</a:t>
              </a:r>
              <a:endParaRPr sz="2500">
                <a:solidFill>
                  <a:schemeClr val="lt1"/>
                </a:solidFill>
                <a:latin typeface="Fredoka"/>
                <a:ea typeface="Fredoka"/>
                <a:cs typeface="Fredoka"/>
                <a:sym typeface="Fredoka"/>
              </a:endParaRPr>
            </a:p>
          </p:txBody>
        </p:sp>
      </p:grpSp>
      <p:sp>
        <p:nvSpPr>
          <p:cNvPr id="261" name="Google Shape;261;g2b8030a1825_0_588"/>
          <p:cNvSpPr txBox="1"/>
          <p:nvPr/>
        </p:nvSpPr>
        <p:spPr>
          <a:xfrm>
            <a:off x="2865925" y="4334325"/>
            <a:ext cx="34953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2"/>
                </a:solidFill>
                <a:latin typeface="Inter"/>
                <a:ea typeface="Inter"/>
                <a:cs typeface="Inter"/>
                <a:sym typeface="Inter"/>
              </a:rPr>
              <a:t>Top Museum Pocket Tours</a:t>
            </a:r>
            <a:endParaRPr sz="1200">
              <a:solidFill>
                <a:schemeClr val="dk2"/>
              </a:solidFill>
              <a:latin typeface="Inter"/>
              <a:ea typeface="Inter"/>
              <a:cs typeface="Inter"/>
              <a:sym typeface="Inter"/>
            </a:endParaRPr>
          </a:p>
        </p:txBody>
      </p:sp>
      <p:grpSp>
        <p:nvGrpSpPr>
          <p:cNvPr id="262" name="Google Shape;262;g2b8030a1825_0_588"/>
          <p:cNvGrpSpPr/>
          <p:nvPr/>
        </p:nvGrpSpPr>
        <p:grpSpPr>
          <a:xfrm>
            <a:off x="6492950" y="3549549"/>
            <a:ext cx="1570401" cy="838899"/>
            <a:chOff x="346600" y="3809999"/>
            <a:chExt cx="1570401" cy="838899"/>
          </a:xfrm>
        </p:grpSpPr>
        <p:pic>
          <p:nvPicPr>
            <p:cNvPr id="263" name="Google Shape;263;g2b8030a1825_0_588"/>
            <p:cNvPicPr preferRelativeResize="0"/>
            <p:nvPr/>
          </p:nvPicPr>
          <p:blipFill rotWithShape="1">
            <a:blip r:embed="rId5">
              <a:alphaModFix/>
            </a:blip>
            <a:srcRect b="44891" l="5422" r="7545" t="0"/>
            <a:stretch/>
          </p:blipFill>
          <p:spPr>
            <a:xfrm>
              <a:off x="346600" y="3809999"/>
              <a:ext cx="1570401" cy="838899"/>
            </a:xfrm>
            <a:prstGeom prst="rect">
              <a:avLst/>
            </a:prstGeom>
            <a:noFill/>
            <a:ln>
              <a:noFill/>
            </a:ln>
          </p:spPr>
        </p:pic>
        <p:sp>
          <p:nvSpPr>
            <p:cNvPr id="264" name="Google Shape;264;g2b8030a1825_0_588"/>
            <p:cNvSpPr/>
            <p:nvPr/>
          </p:nvSpPr>
          <p:spPr>
            <a:xfrm>
              <a:off x="884637" y="3994383"/>
              <a:ext cx="501300" cy="478800"/>
            </a:xfrm>
            <a:prstGeom prst="rect">
              <a:avLst/>
            </a:prstGeom>
            <a:solidFill>
              <a:srgbClr val="FF866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500">
                  <a:solidFill>
                    <a:schemeClr val="lt1"/>
                  </a:solidFill>
                  <a:latin typeface="Fredoka"/>
                  <a:ea typeface="Fredoka"/>
                  <a:cs typeface="Fredoka"/>
                  <a:sym typeface="Fredoka"/>
                </a:rPr>
                <a:t>S</a:t>
              </a:r>
              <a:endParaRPr sz="2500">
                <a:solidFill>
                  <a:schemeClr val="lt1"/>
                </a:solidFill>
                <a:latin typeface="Fredoka"/>
                <a:ea typeface="Fredoka"/>
                <a:cs typeface="Fredoka"/>
                <a:sym typeface="Fredoka"/>
              </a:endParaRPr>
            </a:p>
          </p:txBody>
        </p:sp>
      </p:grpSp>
      <p:sp>
        <p:nvSpPr>
          <p:cNvPr id="265" name="Google Shape;265;g2b8030a1825_0_588"/>
          <p:cNvSpPr txBox="1"/>
          <p:nvPr/>
        </p:nvSpPr>
        <p:spPr>
          <a:xfrm>
            <a:off x="5530500" y="4334325"/>
            <a:ext cx="34953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2"/>
                </a:solidFill>
                <a:latin typeface="Inter"/>
                <a:ea typeface="Inter"/>
                <a:cs typeface="Inter"/>
                <a:sym typeface="Inter"/>
              </a:rPr>
              <a:t>Top Treasure Hunt Tours</a:t>
            </a:r>
            <a:endParaRPr sz="1200">
              <a:solidFill>
                <a:schemeClr val="dk2"/>
              </a:solidFill>
              <a:latin typeface="Inter"/>
              <a:ea typeface="Inter"/>
              <a:cs typeface="Inter"/>
              <a:sym typeface="Inte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cxnSp>
        <p:nvCxnSpPr>
          <p:cNvPr id="270" name="Google Shape;270;g2b8030a1825_0_665"/>
          <p:cNvCxnSpPr/>
          <p:nvPr/>
        </p:nvCxnSpPr>
        <p:spPr>
          <a:xfrm rot="10800000">
            <a:off x="968400" y="270025"/>
            <a:ext cx="8175600" cy="4800"/>
          </a:xfrm>
          <a:prstGeom prst="straightConnector1">
            <a:avLst/>
          </a:prstGeom>
          <a:noFill/>
          <a:ln cap="flat" cmpd="sng" w="28575">
            <a:solidFill>
              <a:srgbClr val="ED1E44"/>
            </a:solidFill>
            <a:prstDash val="solid"/>
            <a:round/>
            <a:headEnd len="med" w="med" type="none"/>
            <a:tailEnd len="med" w="med" type="none"/>
          </a:ln>
        </p:spPr>
      </p:cxnSp>
      <p:pic>
        <p:nvPicPr>
          <p:cNvPr id="271" name="Google Shape;271;g2b8030a1825_0_665"/>
          <p:cNvPicPr preferRelativeResize="0"/>
          <p:nvPr/>
        </p:nvPicPr>
        <p:blipFill rotWithShape="1">
          <a:blip r:embed="rId3">
            <a:alphaModFix/>
          </a:blip>
          <a:srcRect b="44952" l="23629" r="28117" t="0"/>
          <a:stretch/>
        </p:blipFill>
        <p:spPr>
          <a:xfrm>
            <a:off x="235225" y="181550"/>
            <a:ext cx="572326" cy="551551"/>
          </a:xfrm>
          <a:prstGeom prst="rect">
            <a:avLst/>
          </a:prstGeom>
          <a:noFill/>
          <a:ln>
            <a:noFill/>
          </a:ln>
        </p:spPr>
      </p:pic>
      <p:sp>
        <p:nvSpPr>
          <p:cNvPr id="272" name="Google Shape;272;g2b8030a1825_0_665"/>
          <p:cNvSpPr/>
          <p:nvPr/>
        </p:nvSpPr>
        <p:spPr>
          <a:xfrm>
            <a:off x="953075" y="419100"/>
            <a:ext cx="24425" cy="19050"/>
          </a:xfrm>
          <a:prstGeom prst="flowChartOnlineStorage">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73" name="Google Shape;273;g2b8030a1825_0_665"/>
          <p:cNvSpPr txBox="1"/>
          <p:nvPr/>
        </p:nvSpPr>
        <p:spPr>
          <a:xfrm>
            <a:off x="0" y="4729225"/>
            <a:ext cx="19170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999999"/>
                </a:solidFill>
                <a:latin typeface="Fredoka"/>
                <a:ea typeface="Fredoka"/>
                <a:cs typeface="Fredoka"/>
                <a:sym typeface="Fredoka"/>
              </a:rPr>
              <a:t>pockettours.com</a:t>
            </a:r>
            <a:endParaRPr sz="1100">
              <a:solidFill>
                <a:srgbClr val="999999"/>
              </a:solidFill>
              <a:latin typeface="Fredoka"/>
              <a:ea typeface="Fredoka"/>
              <a:cs typeface="Fredoka"/>
              <a:sym typeface="Fredoka"/>
            </a:endParaRPr>
          </a:p>
        </p:txBody>
      </p:sp>
      <p:sp>
        <p:nvSpPr>
          <p:cNvPr id="274" name="Google Shape;274;g2b8030a1825_0_665"/>
          <p:cNvSpPr txBox="1"/>
          <p:nvPr/>
        </p:nvSpPr>
        <p:spPr>
          <a:xfrm>
            <a:off x="8186700" y="4729225"/>
            <a:ext cx="957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999999"/>
                </a:solidFill>
                <a:latin typeface="Fredoka"/>
                <a:ea typeface="Fredoka"/>
                <a:cs typeface="Fredoka"/>
                <a:sym typeface="Fredoka"/>
              </a:rPr>
              <a:t>@2024</a:t>
            </a:r>
            <a:endParaRPr sz="1100">
              <a:solidFill>
                <a:srgbClr val="999999"/>
              </a:solidFill>
              <a:latin typeface="Fredoka"/>
              <a:ea typeface="Fredoka"/>
              <a:cs typeface="Fredoka"/>
              <a:sym typeface="Fredoka"/>
            </a:endParaRPr>
          </a:p>
        </p:txBody>
      </p:sp>
      <p:sp>
        <p:nvSpPr>
          <p:cNvPr id="275" name="Google Shape;275;g2b8030a1825_0_665"/>
          <p:cNvSpPr txBox="1"/>
          <p:nvPr/>
        </p:nvSpPr>
        <p:spPr>
          <a:xfrm>
            <a:off x="3861150" y="4729225"/>
            <a:ext cx="19170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999999"/>
                </a:solidFill>
                <a:latin typeface="Fredoka"/>
                <a:ea typeface="Fredoka"/>
                <a:cs typeface="Fredoka"/>
                <a:sym typeface="Fredoka"/>
              </a:rPr>
              <a:t>city tours in your pocket</a:t>
            </a:r>
            <a:endParaRPr sz="1100">
              <a:solidFill>
                <a:srgbClr val="999999"/>
              </a:solidFill>
              <a:latin typeface="Fredoka"/>
              <a:ea typeface="Fredoka"/>
              <a:cs typeface="Fredoka"/>
              <a:sym typeface="Fredoka"/>
            </a:endParaRPr>
          </a:p>
        </p:txBody>
      </p:sp>
      <p:sp>
        <p:nvSpPr>
          <p:cNvPr id="276" name="Google Shape;276;g2b8030a1825_0_665"/>
          <p:cNvSpPr/>
          <p:nvPr/>
        </p:nvSpPr>
        <p:spPr>
          <a:xfrm>
            <a:off x="858750" y="260350"/>
            <a:ext cx="2341800" cy="294900"/>
          </a:xfrm>
          <a:prstGeom prst="roundRect">
            <a:avLst>
              <a:gd fmla="val 11318" name="adj"/>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Fredoka Medium"/>
                <a:ea typeface="Fredoka Medium"/>
                <a:cs typeface="Fredoka Medium"/>
                <a:sym typeface="Fredoka Medium"/>
              </a:rPr>
              <a:t>POCKET TOURS</a:t>
            </a:r>
            <a:endParaRPr>
              <a:solidFill>
                <a:schemeClr val="lt1"/>
              </a:solidFill>
              <a:latin typeface="Fredoka Medium"/>
              <a:ea typeface="Fredoka Medium"/>
              <a:cs typeface="Fredoka Medium"/>
              <a:sym typeface="Fredoka Medium"/>
            </a:endParaRPr>
          </a:p>
        </p:txBody>
      </p:sp>
      <p:sp>
        <p:nvSpPr>
          <p:cNvPr id="277" name="Google Shape;277;g2b8030a1825_0_665"/>
          <p:cNvSpPr txBox="1"/>
          <p:nvPr/>
        </p:nvSpPr>
        <p:spPr>
          <a:xfrm>
            <a:off x="0" y="582425"/>
            <a:ext cx="9144000" cy="4279200"/>
          </a:xfrm>
          <a:prstGeom prst="rect">
            <a:avLst/>
          </a:prstGeom>
          <a:noFill/>
          <a:ln>
            <a:noFill/>
          </a:ln>
        </p:spPr>
        <p:txBody>
          <a:bodyPr anchorCtr="0" anchor="t" bIns="91425" lIns="91425" spcFirstLastPara="1" rIns="91425" wrap="square" tIns="91425">
            <a:spAutoFit/>
          </a:bodyPr>
          <a:lstStyle/>
          <a:p>
            <a:pPr indent="0" lvl="0" marL="457200" rtl="0" algn="ctr">
              <a:spcBef>
                <a:spcPts val="0"/>
              </a:spcBef>
              <a:spcAft>
                <a:spcPts val="0"/>
              </a:spcAft>
              <a:buNone/>
            </a:pPr>
            <a:r>
              <a:rPr lang="en" sz="2400">
                <a:solidFill>
                  <a:srgbClr val="ED1E44"/>
                </a:solidFill>
                <a:latin typeface="Fredoka"/>
                <a:ea typeface="Fredoka"/>
                <a:cs typeface="Fredoka"/>
                <a:sym typeface="Fredoka"/>
              </a:rPr>
              <a:t>Pick a category</a:t>
            </a:r>
            <a:endParaRPr sz="2400">
              <a:solidFill>
                <a:srgbClr val="ED1E44"/>
              </a:solidFill>
              <a:latin typeface="Fredoka"/>
              <a:ea typeface="Fredoka"/>
              <a:cs typeface="Fredoka"/>
              <a:sym typeface="Fredoka"/>
            </a:endParaRPr>
          </a:p>
          <a:p>
            <a:pPr indent="0" lvl="0" marL="457200" rtl="0" algn="ctr">
              <a:spcBef>
                <a:spcPts val="0"/>
              </a:spcBef>
              <a:spcAft>
                <a:spcPts val="0"/>
              </a:spcAft>
              <a:buNone/>
            </a:pPr>
            <a:r>
              <a:rPr lang="en" sz="1300">
                <a:solidFill>
                  <a:srgbClr val="999999"/>
                </a:solidFill>
                <a:latin typeface="Inter"/>
                <a:ea typeface="Inter"/>
                <a:cs typeface="Inter"/>
                <a:sym typeface="Inter"/>
              </a:rPr>
              <a:t>(history, culture, interactive, </a:t>
            </a:r>
            <a:r>
              <a:rPr lang="en" sz="1300">
                <a:solidFill>
                  <a:srgbClr val="999999"/>
                </a:solidFill>
                <a:latin typeface="Inter"/>
                <a:ea typeface="Inter"/>
                <a:cs typeface="Inter"/>
                <a:sym typeface="Inter"/>
              </a:rPr>
              <a:t>museums</a:t>
            </a:r>
            <a:r>
              <a:rPr lang="en" sz="1300">
                <a:solidFill>
                  <a:srgbClr val="999999"/>
                </a:solidFill>
                <a:latin typeface="Inter"/>
                <a:ea typeface="Inter"/>
                <a:cs typeface="Inter"/>
                <a:sym typeface="Inter"/>
              </a:rPr>
              <a:t>, treasure hunts, night walks…)</a:t>
            </a:r>
            <a:endParaRPr sz="1300">
              <a:solidFill>
                <a:srgbClr val="999999"/>
              </a:solidFill>
              <a:latin typeface="Inter"/>
              <a:ea typeface="Inter"/>
              <a:cs typeface="Inter"/>
              <a:sym typeface="Inter"/>
            </a:endParaRPr>
          </a:p>
          <a:p>
            <a:pPr indent="0" lvl="0" marL="457200" rtl="0" algn="ctr">
              <a:spcBef>
                <a:spcPts val="0"/>
              </a:spcBef>
              <a:spcAft>
                <a:spcPts val="0"/>
              </a:spcAft>
              <a:buNone/>
            </a:pPr>
            <a:r>
              <a:rPr lang="en" sz="2400">
                <a:solidFill>
                  <a:srgbClr val="ED1E44"/>
                </a:solidFill>
                <a:latin typeface="Fredoka"/>
                <a:ea typeface="Fredoka"/>
                <a:cs typeface="Fredoka"/>
                <a:sym typeface="Fredoka"/>
              </a:rPr>
              <a:t>Describe your tour</a:t>
            </a:r>
            <a:endParaRPr sz="2400">
              <a:solidFill>
                <a:srgbClr val="ED1E44"/>
              </a:solidFill>
              <a:latin typeface="Fredoka"/>
              <a:ea typeface="Fredoka"/>
              <a:cs typeface="Fredoka"/>
              <a:sym typeface="Fredoka"/>
            </a:endParaRPr>
          </a:p>
          <a:p>
            <a:pPr indent="0" lvl="0" marL="457200" rtl="0" algn="ctr">
              <a:spcBef>
                <a:spcPts val="0"/>
              </a:spcBef>
              <a:spcAft>
                <a:spcPts val="0"/>
              </a:spcAft>
              <a:buNone/>
            </a:pPr>
            <a:r>
              <a:rPr lang="en" sz="2400">
                <a:solidFill>
                  <a:srgbClr val="ED1E44"/>
                </a:solidFill>
                <a:latin typeface="Fredoka"/>
                <a:ea typeface="Fredoka"/>
                <a:cs typeface="Fredoka"/>
                <a:sym typeface="Fredoka"/>
              </a:rPr>
              <a:t>Set a path on the map</a:t>
            </a:r>
            <a:endParaRPr sz="2400">
              <a:solidFill>
                <a:srgbClr val="ED1E44"/>
              </a:solidFill>
              <a:latin typeface="Fredoka"/>
              <a:ea typeface="Fredoka"/>
              <a:cs typeface="Fredoka"/>
              <a:sym typeface="Fredoka"/>
            </a:endParaRPr>
          </a:p>
          <a:p>
            <a:pPr indent="0" lvl="0" marL="457200" rtl="0" algn="ctr">
              <a:spcBef>
                <a:spcPts val="0"/>
              </a:spcBef>
              <a:spcAft>
                <a:spcPts val="0"/>
              </a:spcAft>
              <a:buNone/>
            </a:pPr>
            <a:r>
              <a:rPr lang="en" sz="2400">
                <a:solidFill>
                  <a:srgbClr val="ED1E44"/>
                </a:solidFill>
                <a:latin typeface="Fredoka"/>
                <a:ea typeface="Fredoka"/>
                <a:cs typeface="Fredoka"/>
                <a:sym typeface="Fredoka"/>
              </a:rPr>
              <a:t>Add the audio file</a:t>
            </a:r>
            <a:endParaRPr sz="2400">
              <a:solidFill>
                <a:srgbClr val="ED1E44"/>
              </a:solidFill>
              <a:latin typeface="Fredoka"/>
              <a:ea typeface="Fredoka"/>
              <a:cs typeface="Fredoka"/>
              <a:sym typeface="Fredoka"/>
            </a:endParaRPr>
          </a:p>
          <a:p>
            <a:pPr indent="0" lvl="0" marL="457200" rtl="0" algn="ctr">
              <a:spcBef>
                <a:spcPts val="0"/>
              </a:spcBef>
              <a:spcAft>
                <a:spcPts val="0"/>
              </a:spcAft>
              <a:buNone/>
            </a:pPr>
            <a:r>
              <a:rPr lang="en" sz="2400">
                <a:solidFill>
                  <a:srgbClr val="ED1E44"/>
                </a:solidFill>
                <a:latin typeface="Fredoka"/>
                <a:ea typeface="Fredoka"/>
                <a:cs typeface="Fredoka"/>
                <a:sym typeface="Fredoka"/>
              </a:rPr>
              <a:t>Add Media</a:t>
            </a:r>
            <a:endParaRPr sz="1800">
              <a:solidFill>
                <a:schemeClr val="dk2"/>
              </a:solidFill>
              <a:latin typeface="Inter"/>
              <a:ea typeface="Inter"/>
              <a:cs typeface="Inter"/>
              <a:sym typeface="Inter"/>
            </a:endParaRPr>
          </a:p>
          <a:p>
            <a:pPr indent="0" lvl="0" marL="457200" rtl="0" algn="ctr">
              <a:spcBef>
                <a:spcPts val="0"/>
              </a:spcBef>
              <a:spcAft>
                <a:spcPts val="0"/>
              </a:spcAft>
              <a:buNone/>
            </a:pPr>
            <a:r>
              <a:rPr lang="en" sz="2400">
                <a:solidFill>
                  <a:srgbClr val="ED1E44"/>
                </a:solidFill>
                <a:latin typeface="Fredoka"/>
                <a:ea typeface="Fredoka"/>
                <a:cs typeface="Fredoka"/>
                <a:sym typeface="Fredoka"/>
              </a:rPr>
              <a:t>Recommendations</a:t>
            </a:r>
            <a:endParaRPr sz="2400">
              <a:solidFill>
                <a:srgbClr val="ED1E44"/>
              </a:solidFill>
              <a:latin typeface="Fredoka"/>
              <a:ea typeface="Fredoka"/>
              <a:cs typeface="Fredoka"/>
              <a:sym typeface="Fredoka"/>
            </a:endParaRPr>
          </a:p>
          <a:p>
            <a:pPr indent="0" lvl="0" marL="457200" rtl="0" algn="ctr">
              <a:spcBef>
                <a:spcPts val="0"/>
              </a:spcBef>
              <a:spcAft>
                <a:spcPts val="0"/>
              </a:spcAft>
              <a:buNone/>
            </a:pPr>
            <a:r>
              <a:rPr lang="en" sz="1300">
                <a:solidFill>
                  <a:srgbClr val="999999"/>
                </a:solidFill>
                <a:latin typeface="Inter"/>
                <a:ea typeface="Inter"/>
                <a:cs typeface="Inter"/>
                <a:sym typeface="Inter"/>
              </a:rPr>
              <a:t>(s</a:t>
            </a:r>
            <a:r>
              <a:rPr lang="en" sz="1300">
                <a:solidFill>
                  <a:srgbClr val="999999"/>
                </a:solidFill>
                <a:latin typeface="Inter"/>
                <a:ea typeface="Inter"/>
                <a:cs typeface="Inter"/>
                <a:sym typeface="Inter"/>
              </a:rPr>
              <a:t>ouvenirs, food, monuments, other tours…)</a:t>
            </a:r>
            <a:endParaRPr sz="1900">
              <a:solidFill>
                <a:srgbClr val="999999"/>
              </a:solidFill>
              <a:latin typeface="Fredoka"/>
              <a:ea typeface="Fredoka"/>
              <a:cs typeface="Fredoka"/>
              <a:sym typeface="Fredoka"/>
            </a:endParaRPr>
          </a:p>
          <a:p>
            <a:pPr indent="0" lvl="0" marL="457200" rtl="0" algn="ctr">
              <a:spcBef>
                <a:spcPts val="0"/>
              </a:spcBef>
              <a:spcAft>
                <a:spcPts val="0"/>
              </a:spcAft>
              <a:buNone/>
            </a:pPr>
            <a:r>
              <a:rPr lang="en" sz="2400">
                <a:solidFill>
                  <a:srgbClr val="ED1E44"/>
                </a:solidFill>
                <a:latin typeface="Fredoka"/>
                <a:ea typeface="Fredoka"/>
                <a:cs typeface="Fredoka"/>
                <a:sym typeface="Fredoka"/>
              </a:rPr>
              <a:t>Set time</a:t>
            </a:r>
            <a:endParaRPr sz="2400">
              <a:solidFill>
                <a:srgbClr val="ED1E44"/>
              </a:solidFill>
              <a:latin typeface="Fredoka"/>
              <a:ea typeface="Fredoka"/>
              <a:cs typeface="Fredoka"/>
              <a:sym typeface="Fredoka"/>
            </a:endParaRPr>
          </a:p>
          <a:p>
            <a:pPr indent="0" lvl="0" marL="457200" rtl="0" algn="ctr">
              <a:spcBef>
                <a:spcPts val="0"/>
              </a:spcBef>
              <a:spcAft>
                <a:spcPts val="0"/>
              </a:spcAft>
              <a:buNone/>
            </a:pPr>
            <a:r>
              <a:rPr lang="en" sz="2400">
                <a:solidFill>
                  <a:srgbClr val="ED1E44"/>
                </a:solidFill>
                <a:latin typeface="Fredoka"/>
                <a:ea typeface="Fredoka"/>
                <a:cs typeface="Fredoka"/>
                <a:sym typeface="Fredoka"/>
              </a:rPr>
              <a:t>Set price</a:t>
            </a:r>
            <a:endParaRPr sz="2400">
              <a:solidFill>
                <a:srgbClr val="ED1E44"/>
              </a:solidFill>
              <a:latin typeface="Fredoka"/>
              <a:ea typeface="Fredoka"/>
              <a:cs typeface="Fredoka"/>
              <a:sym typeface="Fredoka"/>
            </a:endParaRPr>
          </a:p>
          <a:p>
            <a:pPr indent="0" lvl="0" marL="457200" rtl="0" algn="ctr">
              <a:spcBef>
                <a:spcPts val="0"/>
              </a:spcBef>
              <a:spcAft>
                <a:spcPts val="0"/>
              </a:spcAft>
              <a:buNone/>
            </a:pPr>
            <a:r>
              <a:rPr lang="en" sz="2400">
                <a:solidFill>
                  <a:srgbClr val="ED1E44"/>
                </a:solidFill>
                <a:latin typeface="Fredoka"/>
                <a:ea typeface="Fredoka"/>
                <a:cs typeface="Fredoka"/>
                <a:sym typeface="Fredoka"/>
              </a:rPr>
              <a:t>Set discounts</a:t>
            </a:r>
            <a:endParaRPr sz="1800">
              <a:solidFill>
                <a:schemeClr val="dk2"/>
              </a:solidFill>
              <a:latin typeface="Inter"/>
              <a:ea typeface="Inter"/>
              <a:cs typeface="Inter"/>
              <a:sym typeface="Inter"/>
            </a:endParaRPr>
          </a:p>
          <a:p>
            <a:pPr indent="0" lvl="0" marL="457200" rtl="0" algn="ctr">
              <a:spcBef>
                <a:spcPts val="0"/>
              </a:spcBef>
              <a:spcAft>
                <a:spcPts val="0"/>
              </a:spcAft>
              <a:buNone/>
            </a:pPr>
            <a:r>
              <a:rPr lang="en" sz="2400">
                <a:solidFill>
                  <a:srgbClr val="ED1E44"/>
                </a:solidFill>
                <a:latin typeface="Fredoka"/>
                <a:ea typeface="Fredoka"/>
                <a:cs typeface="Fredoka"/>
                <a:sym typeface="Fredoka"/>
              </a:rPr>
              <a:t>Hit share!</a:t>
            </a:r>
            <a:endParaRPr sz="1800">
              <a:solidFill>
                <a:schemeClr val="dk2"/>
              </a:solidFill>
              <a:latin typeface="Inter"/>
              <a:ea typeface="Inter"/>
              <a:cs typeface="Inter"/>
              <a:sym typeface="Inter"/>
            </a:endParaRPr>
          </a:p>
        </p:txBody>
      </p:sp>
      <p:pic>
        <p:nvPicPr>
          <p:cNvPr id="278" name="Google Shape;278;g2b8030a1825_0_665"/>
          <p:cNvPicPr preferRelativeResize="0"/>
          <p:nvPr/>
        </p:nvPicPr>
        <p:blipFill rotWithShape="1">
          <a:blip r:embed="rId4">
            <a:alphaModFix/>
          </a:blip>
          <a:srcRect b="24128" l="0" r="0" t="20684"/>
          <a:stretch/>
        </p:blipFill>
        <p:spPr>
          <a:xfrm>
            <a:off x="7317953" y="2256424"/>
            <a:ext cx="1668301" cy="630650"/>
          </a:xfrm>
          <a:prstGeom prst="rect">
            <a:avLst/>
          </a:prstGeom>
          <a:noFill/>
          <a:ln>
            <a:noFill/>
          </a:ln>
        </p:spPr>
      </p:pic>
      <p:cxnSp>
        <p:nvCxnSpPr>
          <p:cNvPr id="279" name="Google Shape;279;g2b8030a1825_0_665"/>
          <p:cNvCxnSpPr>
            <a:endCxn id="278" idx="0"/>
          </p:cNvCxnSpPr>
          <p:nvPr/>
        </p:nvCxnSpPr>
        <p:spPr>
          <a:xfrm>
            <a:off x="6429504" y="1819324"/>
            <a:ext cx="1722600" cy="437100"/>
          </a:xfrm>
          <a:prstGeom prst="curvedConnector2">
            <a:avLst/>
          </a:prstGeom>
          <a:noFill/>
          <a:ln cap="flat" cmpd="sng" w="19050">
            <a:solidFill>
              <a:srgbClr val="ED1E44"/>
            </a:solidFill>
            <a:prstDash val="solid"/>
            <a:round/>
            <a:headEnd len="med" w="med" type="none"/>
            <a:tailEnd len="med" w="med" type="triangle"/>
          </a:ln>
        </p:spPr>
      </p:cxnSp>
      <p:pic>
        <p:nvPicPr>
          <p:cNvPr id="280" name="Google Shape;280;g2b8030a1825_0_665"/>
          <p:cNvPicPr preferRelativeResize="0"/>
          <p:nvPr/>
        </p:nvPicPr>
        <p:blipFill>
          <a:blip r:embed="rId5">
            <a:alphaModFix/>
          </a:blip>
          <a:stretch>
            <a:fillRect/>
          </a:stretch>
        </p:blipFill>
        <p:spPr>
          <a:xfrm>
            <a:off x="450938" y="1987675"/>
            <a:ext cx="1028700" cy="1028700"/>
          </a:xfrm>
          <a:prstGeom prst="rect">
            <a:avLst/>
          </a:prstGeom>
          <a:noFill/>
          <a:ln>
            <a:noFill/>
          </a:ln>
        </p:spPr>
      </p:pic>
      <p:cxnSp>
        <p:nvCxnSpPr>
          <p:cNvPr id="281" name="Google Shape;281;g2b8030a1825_0_665"/>
          <p:cNvCxnSpPr>
            <a:endCxn id="280" idx="3"/>
          </p:cNvCxnSpPr>
          <p:nvPr/>
        </p:nvCxnSpPr>
        <p:spPr>
          <a:xfrm flipH="1">
            <a:off x="1479638" y="2143225"/>
            <a:ext cx="1949400" cy="358800"/>
          </a:xfrm>
          <a:prstGeom prst="curvedConnector3">
            <a:avLst>
              <a:gd fmla="val 50000" name="adj1"/>
            </a:avLst>
          </a:prstGeom>
          <a:noFill/>
          <a:ln cap="flat" cmpd="sng" w="19050">
            <a:solidFill>
              <a:srgbClr val="ED1E44"/>
            </a:solidFill>
            <a:prstDash val="solid"/>
            <a:round/>
            <a:headEnd len="med" w="med" type="none"/>
            <a:tailEnd len="med" w="med" type="triangle"/>
          </a:ln>
        </p:spPr>
      </p:cxnSp>
      <p:pic>
        <p:nvPicPr>
          <p:cNvPr id="282" name="Google Shape;282;g2b8030a1825_0_665"/>
          <p:cNvPicPr preferRelativeResize="0"/>
          <p:nvPr/>
        </p:nvPicPr>
        <p:blipFill>
          <a:blip r:embed="rId6">
            <a:alphaModFix/>
          </a:blip>
          <a:stretch>
            <a:fillRect/>
          </a:stretch>
        </p:blipFill>
        <p:spPr>
          <a:xfrm>
            <a:off x="1591500" y="3587050"/>
            <a:ext cx="876300" cy="876300"/>
          </a:xfrm>
          <a:prstGeom prst="rect">
            <a:avLst/>
          </a:prstGeom>
          <a:noFill/>
          <a:ln>
            <a:noFill/>
          </a:ln>
        </p:spPr>
      </p:pic>
      <p:cxnSp>
        <p:nvCxnSpPr>
          <p:cNvPr id="283" name="Google Shape;283;g2b8030a1825_0_665"/>
          <p:cNvCxnSpPr>
            <a:endCxn id="282" idx="3"/>
          </p:cNvCxnSpPr>
          <p:nvPr/>
        </p:nvCxnSpPr>
        <p:spPr>
          <a:xfrm flipH="1">
            <a:off x="2467800" y="3810100"/>
            <a:ext cx="1704300" cy="215100"/>
          </a:xfrm>
          <a:prstGeom prst="curvedConnector3">
            <a:avLst>
              <a:gd fmla="val 50000" name="adj1"/>
            </a:avLst>
          </a:prstGeom>
          <a:noFill/>
          <a:ln cap="flat" cmpd="sng" w="19050">
            <a:solidFill>
              <a:srgbClr val="ED1E44"/>
            </a:solidFill>
            <a:prstDash val="solid"/>
            <a:round/>
            <a:headEnd len="med" w="med" type="none"/>
            <a:tailEnd len="med" w="med" type="triangle"/>
          </a:ln>
        </p:spPr>
      </p:cxnSp>
      <p:pic>
        <p:nvPicPr>
          <p:cNvPr id="284" name="Google Shape;284;g2b8030a1825_0_665"/>
          <p:cNvPicPr preferRelativeResize="0"/>
          <p:nvPr/>
        </p:nvPicPr>
        <p:blipFill>
          <a:blip r:embed="rId7">
            <a:alphaModFix/>
          </a:blip>
          <a:stretch>
            <a:fillRect/>
          </a:stretch>
        </p:blipFill>
        <p:spPr>
          <a:xfrm>
            <a:off x="7215700" y="3495325"/>
            <a:ext cx="695875" cy="695875"/>
          </a:xfrm>
          <a:prstGeom prst="rect">
            <a:avLst/>
          </a:prstGeom>
          <a:noFill/>
          <a:ln>
            <a:noFill/>
          </a:ln>
        </p:spPr>
      </p:pic>
      <p:cxnSp>
        <p:nvCxnSpPr>
          <p:cNvPr id="285" name="Google Shape;285;g2b8030a1825_0_665"/>
          <p:cNvCxnSpPr>
            <a:endCxn id="284" idx="1"/>
          </p:cNvCxnSpPr>
          <p:nvPr/>
        </p:nvCxnSpPr>
        <p:spPr>
          <a:xfrm flipH="1" rot="10800000">
            <a:off x="5864200" y="3843263"/>
            <a:ext cx="1351500" cy="379500"/>
          </a:xfrm>
          <a:prstGeom prst="curvedConnector3">
            <a:avLst>
              <a:gd fmla="val 50000" name="adj1"/>
            </a:avLst>
          </a:prstGeom>
          <a:noFill/>
          <a:ln cap="flat" cmpd="sng" w="19050">
            <a:solidFill>
              <a:srgbClr val="ED1E44"/>
            </a:solidFill>
            <a:prstDash val="solid"/>
            <a:round/>
            <a:headEnd len="med" w="med" type="none"/>
            <a:tailEnd len="med" w="med" type="stealth"/>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g2b917c9f072_0_194"/>
          <p:cNvSpPr txBox="1"/>
          <p:nvPr/>
        </p:nvSpPr>
        <p:spPr>
          <a:xfrm>
            <a:off x="0" y="4729225"/>
            <a:ext cx="19170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999999"/>
                </a:solidFill>
                <a:latin typeface="Fredoka"/>
                <a:ea typeface="Fredoka"/>
                <a:cs typeface="Fredoka"/>
                <a:sym typeface="Fredoka"/>
              </a:rPr>
              <a:t>pockettours.com</a:t>
            </a:r>
            <a:endParaRPr sz="1100">
              <a:solidFill>
                <a:srgbClr val="999999"/>
              </a:solidFill>
              <a:latin typeface="Fredoka"/>
              <a:ea typeface="Fredoka"/>
              <a:cs typeface="Fredoka"/>
              <a:sym typeface="Fredoka"/>
            </a:endParaRPr>
          </a:p>
        </p:txBody>
      </p:sp>
      <p:sp>
        <p:nvSpPr>
          <p:cNvPr id="291" name="Google Shape;291;g2b917c9f072_0_194"/>
          <p:cNvSpPr txBox="1"/>
          <p:nvPr/>
        </p:nvSpPr>
        <p:spPr>
          <a:xfrm>
            <a:off x="8186700" y="4729225"/>
            <a:ext cx="957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999999"/>
                </a:solidFill>
                <a:latin typeface="Fredoka"/>
                <a:ea typeface="Fredoka"/>
                <a:cs typeface="Fredoka"/>
                <a:sym typeface="Fredoka"/>
              </a:rPr>
              <a:t>@2024</a:t>
            </a:r>
            <a:endParaRPr sz="1100">
              <a:solidFill>
                <a:srgbClr val="999999"/>
              </a:solidFill>
              <a:latin typeface="Fredoka"/>
              <a:ea typeface="Fredoka"/>
              <a:cs typeface="Fredoka"/>
              <a:sym typeface="Fredoka"/>
            </a:endParaRPr>
          </a:p>
        </p:txBody>
      </p:sp>
      <p:sp>
        <p:nvSpPr>
          <p:cNvPr id="292" name="Google Shape;292;g2b917c9f072_0_194"/>
          <p:cNvSpPr txBox="1"/>
          <p:nvPr/>
        </p:nvSpPr>
        <p:spPr>
          <a:xfrm>
            <a:off x="3613500" y="4729225"/>
            <a:ext cx="19170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999999"/>
                </a:solidFill>
                <a:latin typeface="Fredoka"/>
                <a:ea typeface="Fredoka"/>
                <a:cs typeface="Fredoka"/>
                <a:sym typeface="Fredoka"/>
              </a:rPr>
              <a:t>city tours in your pocket</a:t>
            </a:r>
            <a:endParaRPr sz="1100">
              <a:solidFill>
                <a:srgbClr val="999999"/>
              </a:solidFill>
              <a:latin typeface="Fredoka"/>
              <a:ea typeface="Fredoka"/>
              <a:cs typeface="Fredoka"/>
              <a:sym typeface="Fredoka"/>
            </a:endParaRPr>
          </a:p>
        </p:txBody>
      </p:sp>
      <p:graphicFrame>
        <p:nvGraphicFramePr>
          <p:cNvPr id="293" name="Google Shape;293;g2b917c9f072_0_194"/>
          <p:cNvGraphicFramePr/>
          <p:nvPr/>
        </p:nvGraphicFramePr>
        <p:xfrm>
          <a:off x="3836400" y="2571738"/>
          <a:ext cx="3000000" cy="3000000"/>
        </p:xfrm>
        <a:graphic>
          <a:graphicData uri="http://schemas.openxmlformats.org/drawingml/2006/table">
            <a:tbl>
              <a:tblPr>
                <a:noFill/>
                <a:tableStyleId>{AB82C72D-1323-4B15-87D5-FCFD6B99872C}</a:tableStyleId>
              </a:tblPr>
              <a:tblGrid>
                <a:gridCol w="1702175"/>
                <a:gridCol w="1677550"/>
                <a:gridCol w="1726800"/>
              </a:tblGrid>
              <a:tr h="559175">
                <a:tc>
                  <a:txBody>
                    <a:bodyPr/>
                    <a:lstStyle/>
                    <a:p>
                      <a:pPr indent="0" lvl="0" marL="0" rtl="0" algn="l">
                        <a:spcBef>
                          <a:spcPts val="0"/>
                        </a:spcBef>
                        <a:spcAft>
                          <a:spcPts val="0"/>
                        </a:spcAft>
                        <a:buNone/>
                      </a:pPr>
                      <a:r>
                        <a:t/>
                      </a:r>
                      <a:endParaRPr sz="1200"/>
                    </a:p>
                  </a:txBody>
                  <a:tcPr marT="91425" marB="91425" marR="91425" marL="91425"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ctr">
                        <a:spcBef>
                          <a:spcPts val="0"/>
                        </a:spcBef>
                        <a:spcAft>
                          <a:spcPts val="0"/>
                        </a:spcAft>
                        <a:buNone/>
                      </a:pPr>
                      <a:r>
                        <a:rPr b="1" lang="en" sz="1300">
                          <a:solidFill>
                            <a:srgbClr val="666666"/>
                          </a:solidFill>
                        </a:rPr>
                        <a:t>Guide</a:t>
                      </a:r>
                      <a:endParaRPr b="1" sz="1300">
                        <a:solidFill>
                          <a:srgbClr val="666666"/>
                        </a:solidFill>
                      </a:endParaRPr>
                    </a:p>
                  </a:txBody>
                  <a:tcPr marT="91425" marB="91425" marR="91425" marL="91425"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ctr">
                        <a:spcBef>
                          <a:spcPts val="0"/>
                        </a:spcBef>
                        <a:spcAft>
                          <a:spcPts val="0"/>
                        </a:spcAft>
                        <a:buNone/>
                      </a:pPr>
                      <a:r>
                        <a:rPr b="1" lang="en" sz="1300">
                          <a:solidFill>
                            <a:srgbClr val="ED1E44"/>
                          </a:solidFill>
                        </a:rPr>
                        <a:t>Pocket Tours</a:t>
                      </a:r>
                      <a:endParaRPr b="1" sz="1300">
                        <a:solidFill>
                          <a:srgbClr val="ED1E44"/>
                        </a:solidFill>
                      </a:endParaRPr>
                    </a:p>
                  </a:txBody>
                  <a:tcPr marT="91425" marB="91425" marR="91425" marL="91425"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r>
              <a:tr h="559175">
                <a:tc>
                  <a:txBody>
                    <a:bodyPr/>
                    <a:lstStyle/>
                    <a:p>
                      <a:pPr indent="0" lvl="0" marL="0" rtl="0" algn="ctr">
                        <a:spcBef>
                          <a:spcPts val="0"/>
                        </a:spcBef>
                        <a:spcAft>
                          <a:spcPts val="0"/>
                        </a:spcAft>
                        <a:buNone/>
                      </a:pPr>
                      <a:r>
                        <a:rPr lang="en" sz="1200"/>
                        <a:t>First 5</a:t>
                      </a:r>
                      <a:r>
                        <a:rPr lang="en" sz="1200">
                          <a:solidFill>
                            <a:schemeClr val="dk1"/>
                          </a:solidFill>
                        </a:rPr>
                        <a:t>€</a:t>
                      </a:r>
                      <a:r>
                        <a:rPr lang="en" sz="1200">
                          <a:solidFill>
                            <a:schemeClr val="dk1"/>
                          </a:solidFill>
                        </a:rPr>
                        <a:t> </a:t>
                      </a:r>
                      <a:r>
                        <a:rPr lang="en" sz="1200"/>
                        <a:t>of revenue/month</a:t>
                      </a:r>
                      <a:endParaRPr sz="1200"/>
                    </a:p>
                  </a:txBody>
                  <a:tcPr marT="91425" marB="91425" marR="91425" marL="91425"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ctr">
                        <a:spcBef>
                          <a:spcPts val="0"/>
                        </a:spcBef>
                        <a:spcAft>
                          <a:spcPts val="0"/>
                        </a:spcAft>
                        <a:buNone/>
                      </a:pPr>
                      <a:r>
                        <a:rPr b="1" lang="en" sz="1300">
                          <a:solidFill>
                            <a:srgbClr val="666666"/>
                          </a:solidFill>
                        </a:rPr>
                        <a:t>0%</a:t>
                      </a:r>
                      <a:endParaRPr b="1" sz="1300">
                        <a:solidFill>
                          <a:srgbClr val="666666"/>
                        </a:solidFill>
                      </a:endParaRPr>
                    </a:p>
                  </a:txBody>
                  <a:tcPr marT="91425" marB="91425" marR="91425" marL="91425"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ctr">
                        <a:spcBef>
                          <a:spcPts val="0"/>
                        </a:spcBef>
                        <a:spcAft>
                          <a:spcPts val="0"/>
                        </a:spcAft>
                        <a:buNone/>
                      </a:pPr>
                      <a:r>
                        <a:rPr b="1" lang="en" sz="1300">
                          <a:solidFill>
                            <a:srgbClr val="ED1E44"/>
                          </a:solidFill>
                        </a:rPr>
                        <a:t>100%</a:t>
                      </a:r>
                      <a:endParaRPr b="1" sz="1300">
                        <a:solidFill>
                          <a:srgbClr val="ED1E44"/>
                        </a:solidFill>
                      </a:endParaRPr>
                    </a:p>
                  </a:txBody>
                  <a:tcPr marT="91425" marB="91425" marR="91425" marL="91425"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r>
              <a:tr h="559175">
                <a:tc>
                  <a:txBody>
                    <a:bodyPr/>
                    <a:lstStyle/>
                    <a:p>
                      <a:pPr indent="0" lvl="0" marL="0" rtl="0" algn="ctr">
                        <a:spcBef>
                          <a:spcPts val="0"/>
                        </a:spcBef>
                        <a:spcAft>
                          <a:spcPts val="0"/>
                        </a:spcAft>
                        <a:buNone/>
                      </a:pPr>
                      <a:r>
                        <a:rPr lang="en" sz="1200"/>
                        <a:t>After that</a:t>
                      </a:r>
                      <a:endParaRPr sz="1200"/>
                    </a:p>
                  </a:txBody>
                  <a:tcPr marT="91425" marB="91425" marR="91425" marL="91425"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ctr">
                        <a:spcBef>
                          <a:spcPts val="0"/>
                        </a:spcBef>
                        <a:spcAft>
                          <a:spcPts val="0"/>
                        </a:spcAft>
                        <a:buNone/>
                      </a:pPr>
                      <a:r>
                        <a:rPr b="1" lang="en" sz="1300">
                          <a:solidFill>
                            <a:srgbClr val="666666"/>
                          </a:solidFill>
                        </a:rPr>
                        <a:t>90%</a:t>
                      </a:r>
                      <a:endParaRPr b="1" sz="1300">
                        <a:solidFill>
                          <a:srgbClr val="666666"/>
                        </a:solidFill>
                      </a:endParaRPr>
                    </a:p>
                  </a:txBody>
                  <a:tcPr marT="91425" marB="91425" marR="91425" marL="91425"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ctr">
                        <a:spcBef>
                          <a:spcPts val="0"/>
                        </a:spcBef>
                        <a:spcAft>
                          <a:spcPts val="0"/>
                        </a:spcAft>
                        <a:buNone/>
                      </a:pPr>
                      <a:r>
                        <a:rPr b="1" lang="en" sz="1300">
                          <a:solidFill>
                            <a:srgbClr val="ED1E44"/>
                          </a:solidFill>
                        </a:rPr>
                        <a:t>10%</a:t>
                      </a:r>
                      <a:endParaRPr b="1" sz="1300">
                        <a:solidFill>
                          <a:srgbClr val="ED1E44"/>
                        </a:solidFill>
                      </a:endParaRPr>
                    </a:p>
                  </a:txBody>
                  <a:tcPr marT="91425" marB="91425" marR="91425" marL="91425"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r>
            </a:tbl>
          </a:graphicData>
        </a:graphic>
      </p:graphicFrame>
      <p:cxnSp>
        <p:nvCxnSpPr>
          <p:cNvPr id="294" name="Google Shape;294;g2b917c9f072_0_194"/>
          <p:cNvCxnSpPr/>
          <p:nvPr/>
        </p:nvCxnSpPr>
        <p:spPr>
          <a:xfrm rot="10800000">
            <a:off x="968400" y="270025"/>
            <a:ext cx="8175600" cy="4800"/>
          </a:xfrm>
          <a:prstGeom prst="straightConnector1">
            <a:avLst/>
          </a:prstGeom>
          <a:noFill/>
          <a:ln cap="flat" cmpd="sng" w="28575">
            <a:solidFill>
              <a:srgbClr val="ED1E44"/>
            </a:solidFill>
            <a:prstDash val="solid"/>
            <a:round/>
            <a:headEnd len="med" w="med" type="none"/>
            <a:tailEnd len="med" w="med" type="none"/>
          </a:ln>
        </p:spPr>
      </p:cxnSp>
      <p:pic>
        <p:nvPicPr>
          <p:cNvPr id="295" name="Google Shape;295;g2b917c9f072_0_194"/>
          <p:cNvPicPr preferRelativeResize="0"/>
          <p:nvPr/>
        </p:nvPicPr>
        <p:blipFill rotWithShape="1">
          <a:blip r:embed="rId3">
            <a:alphaModFix/>
          </a:blip>
          <a:srcRect b="44952" l="23629" r="28117" t="0"/>
          <a:stretch/>
        </p:blipFill>
        <p:spPr>
          <a:xfrm>
            <a:off x="235225" y="181550"/>
            <a:ext cx="572326" cy="551551"/>
          </a:xfrm>
          <a:prstGeom prst="rect">
            <a:avLst/>
          </a:prstGeom>
          <a:noFill/>
          <a:ln>
            <a:noFill/>
          </a:ln>
        </p:spPr>
      </p:pic>
      <p:sp>
        <p:nvSpPr>
          <p:cNvPr id="296" name="Google Shape;296;g2b917c9f072_0_194"/>
          <p:cNvSpPr/>
          <p:nvPr/>
        </p:nvSpPr>
        <p:spPr>
          <a:xfrm>
            <a:off x="953075" y="419100"/>
            <a:ext cx="24425" cy="19050"/>
          </a:xfrm>
          <a:prstGeom prst="flowChartOnlineStorage">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97" name="Google Shape;297;g2b917c9f072_0_194"/>
          <p:cNvSpPr/>
          <p:nvPr/>
        </p:nvSpPr>
        <p:spPr>
          <a:xfrm>
            <a:off x="858750" y="260350"/>
            <a:ext cx="2341800" cy="294900"/>
          </a:xfrm>
          <a:prstGeom prst="roundRect">
            <a:avLst>
              <a:gd fmla="val 11318" name="adj"/>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Fredoka Medium"/>
                <a:ea typeface="Fredoka Medium"/>
                <a:cs typeface="Fredoka Medium"/>
                <a:sym typeface="Fredoka Medium"/>
              </a:rPr>
              <a:t>GUIDE’S REVENUE</a:t>
            </a:r>
            <a:endParaRPr>
              <a:solidFill>
                <a:schemeClr val="lt1"/>
              </a:solidFill>
              <a:latin typeface="Fredoka Medium"/>
              <a:ea typeface="Fredoka Medium"/>
              <a:cs typeface="Fredoka Medium"/>
              <a:sym typeface="Fredoka Medium"/>
            </a:endParaRPr>
          </a:p>
        </p:txBody>
      </p:sp>
      <p:sp>
        <p:nvSpPr>
          <p:cNvPr id="298" name="Google Shape;298;g2b917c9f072_0_194"/>
          <p:cNvSpPr txBox="1"/>
          <p:nvPr/>
        </p:nvSpPr>
        <p:spPr>
          <a:xfrm>
            <a:off x="222900" y="1595525"/>
            <a:ext cx="3613500" cy="2093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6200">
                <a:solidFill>
                  <a:srgbClr val="ED1E44"/>
                </a:solidFill>
                <a:latin typeface="Inter"/>
                <a:ea typeface="Inter"/>
                <a:cs typeface="Inter"/>
                <a:sym typeface="Inter"/>
              </a:rPr>
              <a:t>No entry fees.</a:t>
            </a:r>
            <a:endParaRPr b="1" sz="6200">
              <a:solidFill>
                <a:srgbClr val="ED1E44"/>
              </a:solidFill>
              <a:latin typeface="Inter"/>
              <a:ea typeface="Inter"/>
              <a:cs typeface="Inter"/>
              <a:sym typeface="Inter"/>
            </a:endParaRPr>
          </a:p>
        </p:txBody>
      </p:sp>
      <p:sp>
        <p:nvSpPr>
          <p:cNvPr id="299" name="Google Shape;299;g2b917c9f072_0_194"/>
          <p:cNvSpPr txBox="1"/>
          <p:nvPr/>
        </p:nvSpPr>
        <p:spPr>
          <a:xfrm>
            <a:off x="3972525" y="815850"/>
            <a:ext cx="4970400" cy="16623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 sz="3200">
                <a:solidFill>
                  <a:schemeClr val="dk2"/>
                </a:solidFill>
                <a:latin typeface="Inter"/>
                <a:ea typeface="Inter"/>
                <a:cs typeface="Inter"/>
                <a:sym typeface="Inter"/>
              </a:rPr>
              <a:t>The subscription fee is only taken from guides after they make money.</a:t>
            </a:r>
            <a:endParaRPr sz="3200">
              <a:solidFill>
                <a:schemeClr val="dk2"/>
              </a:solidFill>
              <a:latin typeface="Inter"/>
              <a:ea typeface="Inter"/>
              <a:cs typeface="Inter"/>
              <a:sym typeface="Inte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g2b8030a1825_0_385"/>
          <p:cNvSpPr txBox="1"/>
          <p:nvPr/>
        </p:nvSpPr>
        <p:spPr>
          <a:xfrm>
            <a:off x="0" y="4729225"/>
            <a:ext cx="19170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999999"/>
                </a:solidFill>
                <a:latin typeface="Fredoka"/>
                <a:ea typeface="Fredoka"/>
                <a:cs typeface="Fredoka"/>
                <a:sym typeface="Fredoka"/>
              </a:rPr>
              <a:t>pockettours.com</a:t>
            </a:r>
            <a:endParaRPr sz="1100">
              <a:solidFill>
                <a:srgbClr val="999999"/>
              </a:solidFill>
              <a:latin typeface="Fredoka"/>
              <a:ea typeface="Fredoka"/>
              <a:cs typeface="Fredoka"/>
              <a:sym typeface="Fredoka"/>
            </a:endParaRPr>
          </a:p>
        </p:txBody>
      </p:sp>
      <p:sp>
        <p:nvSpPr>
          <p:cNvPr id="305" name="Google Shape;305;g2b8030a1825_0_385"/>
          <p:cNvSpPr txBox="1"/>
          <p:nvPr/>
        </p:nvSpPr>
        <p:spPr>
          <a:xfrm>
            <a:off x="8186700" y="4729225"/>
            <a:ext cx="957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999999"/>
                </a:solidFill>
                <a:latin typeface="Fredoka"/>
                <a:ea typeface="Fredoka"/>
                <a:cs typeface="Fredoka"/>
                <a:sym typeface="Fredoka"/>
              </a:rPr>
              <a:t>@2024</a:t>
            </a:r>
            <a:endParaRPr sz="1100">
              <a:solidFill>
                <a:srgbClr val="999999"/>
              </a:solidFill>
              <a:latin typeface="Fredoka"/>
              <a:ea typeface="Fredoka"/>
              <a:cs typeface="Fredoka"/>
              <a:sym typeface="Fredoka"/>
            </a:endParaRPr>
          </a:p>
        </p:txBody>
      </p:sp>
      <p:sp>
        <p:nvSpPr>
          <p:cNvPr id="306" name="Google Shape;306;g2b8030a1825_0_385"/>
          <p:cNvSpPr txBox="1"/>
          <p:nvPr/>
        </p:nvSpPr>
        <p:spPr>
          <a:xfrm>
            <a:off x="3613500" y="4729225"/>
            <a:ext cx="19170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999999"/>
                </a:solidFill>
                <a:latin typeface="Fredoka"/>
                <a:ea typeface="Fredoka"/>
                <a:cs typeface="Fredoka"/>
                <a:sym typeface="Fredoka"/>
              </a:rPr>
              <a:t>city tours in your pocket</a:t>
            </a:r>
            <a:endParaRPr sz="1100">
              <a:solidFill>
                <a:srgbClr val="999999"/>
              </a:solidFill>
              <a:latin typeface="Fredoka"/>
              <a:ea typeface="Fredoka"/>
              <a:cs typeface="Fredoka"/>
              <a:sym typeface="Fredoka"/>
            </a:endParaRPr>
          </a:p>
        </p:txBody>
      </p:sp>
      <p:sp>
        <p:nvSpPr>
          <p:cNvPr id="307" name="Google Shape;307;g2b8030a1825_0_385"/>
          <p:cNvSpPr/>
          <p:nvPr/>
        </p:nvSpPr>
        <p:spPr>
          <a:xfrm>
            <a:off x="585475" y="1877900"/>
            <a:ext cx="2429400" cy="2099100"/>
          </a:xfrm>
          <a:prstGeom prst="roundRect">
            <a:avLst>
              <a:gd fmla="val 11318" name="adj"/>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0">
                <a:solidFill>
                  <a:schemeClr val="lt1"/>
                </a:solidFill>
                <a:latin typeface="Fredoka Medium"/>
                <a:ea typeface="Fredoka Medium"/>
                <a:cs typeface="Fredoka Medium"/>
                <a:sym typeface="Fredoka Medium"/>
              </a:rPr>
              <a:t>T</a:t>
            </a:r>
            <a:endParaRPr sz="13000">
              <a:solidFill>
                <a:schemeClr val="lt1"/>
              </a:solidFill>
              <a:latin typeface="Fredoka Medium"/>
              <a:ea typeface="Fredoka Medium"/>
              <a:cs typeface="Fredoka Medium"/>
              <a:sym typeface="Fredoka Medium"/>
            </a:endParaRPr>
          </a:p>
        </p:txBody>
      </p:sp>
      <p:sp>
        <p:nvSpPr>
          <p:cNvPr id="308" name="Google Shape;308;g2b8030a1825_0_385"/>
          <p:cNvSpPr txBox="1"/>
          <p:nvPr/>
        </p:nvSpPr>
        <p:spPr>
          <a:xfrm>
            <a:off x="4050650" y="1877900"/>
            <a:ext cx="3000000" cy="895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a:solidFill>
                  <a:srgbClr val="999999"/>
                </a:solidFill>
                <a:latin typeface="Inter"/>
                <a:ea typeface="Inter"/>
                <a:cs typeface="Inter"/>
                <a:sym typeface="Inter"/>
              </a:rPr>
              <a:t>Buy tours</a:t>
            </a:r>
            <a:endParaRPr>
              <a:solidFill>
                <a:srgbClr val="999999"/>
              </a:solidFill>
              <a:latin typeface="Inter"/>
              <a:ea typeface="Inter"/>
              <a:cs typeface="Inter"/>
              <a:sym typeface="Inter"/>
            </a:endParaRPr>
          </a:p>
          <a:p>
            <a:pPr indent="0" lvl="0" marL="0" rtl="0" algn="l">
              <a:lnSpc>
                <a:spcPct val="115000"/>
              </a:lnSpc>
              <a:spcBef>
                <a:spcPts val="0"/>
              </a:spcBef>
              <a:spcAft>
                <a:spcPts val="0"/>
              </a:spcAft>
              <a:buNone/>
            </a:pPr>
            <a:r>
              <a:rPr lang="en">
                <a:solidFill>
                  <a:srgbClr val="999999"/>
                </a:solidFill>
                <a:latin typeface="Inter"/>
                <a:ea typeface="Inter"/>
                <a:cs typeface="Inter"/>
                <a:sym typeface="Inter"/>
              </a:rPr>
              <a:t>Share</a:t>
            </a:r>
            <a:endParaRPr>
              <a:solidFill>
                <a:srgbClr val="999999"/>
              </a:solidFill>
              <a:latin typeface="Inter"/>
              <a:ea typeface="Inter"/>
              <a:cs typeface="Inter"/>
              <a:sym typeface="Inter"/>
            </a:endParaRPr>
          </a:p>
          <a:p>
            <a:pPr indent="0" lvl="0" marL="0" rtl="0" algn="l">
              <a:lnSpc>
                <a:spcPct val="115000"/>
              </a:lnSpc>
              <a:spcBef>
                <a:spcPts val="0"/>
              </a:spcBef>
              <a:spcAft>
                <a:spcPts val="0"/>
              </a:spcAft>
              <a:buNone/>
            </a:pPr>
            <a:r>
              <a:rPr lang="en">
                <a:solidFill>
                  <a:srgbClr val="999999"/>
                </a:solidFill>
                <a:latin typeface="Inter"/>
                <a:ea typeface="Inter"/>
                <a:cs typeface="Inter"/>
                <a:sym typeface="Inter"/>
              </a:rPr>
              <a:t>Rate &amp; review  </a:t>
            </a:r>
            <a:endParaRPr>
              <a:solidFill>
                <a:srgbClr val="999999"/>
              </a:solidFill>
              <a:latin typeface="Inter"/>
              <a:ea typeface="Inter"/>
              <a:cs typeface="Inter"/>
              <a:sym typeface="Inter"/>
            </a:endParaRPr>
          </a:p>
        </p:txBody>
      </p:sp>
      <p:sp>
        <p:nvSpPr>
          <p:cNvPr id="309" name="Google Shape;309;g2b8030a1825_0_385"/>
          <p:cNvSpPr/>
          <p:nvPr/>
        </p:nvSpPr>
        <p:spPr>
          <a:xfrm rot="-1663585">
            <a:off x="3779581" y="1795098"/>
            <a:ext cx="423643" cy="266775"/>
          </a:xfrm>
          <a:prstGeom prst="roundRect">
            <a:avLst>
              <a:gd fmla="val 11318" name="adj"/>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lt1"/>
                </a:solidFill>
                <a:latin typeface="Fredoka Medium"/>
                <a:ea typeface="Fredoka Medium"/>
                <a:cs typeface="Fredoka Medium"/>
                <a:sym typeface="Fredoka Medium"/>
              </a:rPr>
              <a:t>DO</a:t>
            </a:r>
            <a:endParaRPr sz="1100">
              <a:solidFill>
                <a:schemeClr val="lt1"/>
              </a:solidFill>
              <a:latin typeface="Fredoka Medium"/>
              <a:ea typeface="Fredoka Medium"/>
              <a:cs typeface="Fredoka Medium"/>
              <a:sym typeface="Fredoka Medium"/>
            </a:endParaRPr>
          </a:p>
        </p:txBody>
      </p:sp>
      <p:sp>
        <p:nvSpPr>
          <p:cNvPr id="310" name="Google Shape;310;g2b8030a1825_0_385"/>
          <p:cNvSpPr/>
          <p:nvPr/>
        </p:nvSpPr>
        <p:spPr>
          <a:xfrm rot="-1663627">
            <a:off x="5654304" y="3051394"/>
            <a:ext cx="509392" cy="266775"/>
          </a:xfrm>
          <a:prstGeom prst="roundRect">
            <a:avLst>
              <a:gd fmla="val 11318" name="adj"/>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lt1"/>
                </a:solidFill>
                <a:latin typeface="Fredoka Medium"/>
                <a:ea typeface="Fredoka Medium"/>
                <a:cs typeface="Fredoka Medium"/>
                <a:sym typeface="Fredoka Medium"/>
              </a:rPr>
              <a:t>GET</a:t>
            </a:r>
            <a:endParaRPr sz="1100">
              <a:solidFill>
                <a:schemeClr val="lt1"/>
              </a:solidFill>
              <a:latin typeface="Fredoka Medium"/>
              <a:ea typeface="Fredoka Medium"/>
              <a:cs typeface="Fredoka Medium"/>
              <a:sym typeface="Fredoka Medium"/>
            </a:endParaRPr>
          </a:p>
        </p:txBody>
      </p:sp>
      <p:sp>
        <p:nvSpPr>
          <p:cNvPr id="311" name="Google Shape;311;g2b8030a1825_0_385"/>
          <p:cNvSpPr txBox="1"/>
          <p:nvPr/>
        </p:nvSpPr>
        <p:spPr>
          <a:xfrm>
            <a:off x="5865525" y="3219650"/>
            <a:ext cx="3000000" cy="1143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a:solidFill>
                  <a:srgbClr val="999999"/>
                </a:solidFill>
                <a:latin typeface="Inter"/>
                <a:ea typeface="Inter"/>
                <a:cs typeface="Inter"/>
                <a:sym typeface="Inter"/>
              </a:rPr>
              <a:t>Multiple tours to choose from</a:t>
            </a:r>
            <a:endParaRPr>
              <a:solidFill>
                <a:srgbClr val="999999"/>
              </a:solidFill>
              <a:latin typeface="Inter"/>
              <a:ea typeface="Inter"/>
              <a:cs typeface="Inter"/>
              <a:sym typeface="Inter"/>
            </a:endParaRPr>
          </a:p>
          <a:p>
            <a:pPr indent="0" lvl="0" marL="0" rtl="0" algn="l">
              <a:lnSpc>
                <a:spcPct val="115000"/>
              </a:lnSpc>
              <a:spcBef>
                <a:spcPts val="0"/>
              </a:spcBef>
              <a:spcAft>
                <a:spcPts val="0"/>
              </a:spcAft>
              <a:buNone/>
            </a:pPr>
            <a:r>
              <a:rPr lang="en">
                <a:solidFill>
                  <a:srgbClr val="999999"/>
                </a:solidFill>
                <a:latin typeface="Inter"/>
                <a:ea typeface="Inter"/>
                <a:cs typeface="Inter"/>
                <a:sym typeface="Inter"/>
              </a:rPr>
              <a:t>Affordable tours</a:t>
            </a:r>
            <a:endParaRPr>
              <a:solidFill>
                <a:srgbClr val="999999"/>
              </a:solidFill>
              <a:latin typeface="Inter"/>
              <a:ea typeface="Inter"/>
              <a:cs typeface="Inter"/>
              <a:sym typeface="Inter"/>
            </a:endParaRPr>
          </a:p>
          <a:p>
            <a:pPr indent="0" lvl="0" marL="0" rtl="0" algn="l">
              <a:lnSpc>
                <a:spcPct val="115000"/>
              </a:lnSpc>
              <a:spcBef>
                <a:spcPts val="0"/>
              </a:spcBef>
              <a:spcAft>
                <a:spcPts val="0"/>
              </a:spcAft>
              <a:buNone/>
            </a:pPr>
            <a:r>
              <a:rPr lang="en">
                <a:solidFill>
                  <a:srgbClr val="999999"/>
                </a:solidFill>
                <a:latin typeface="Inter"/>
                <a:ea typeface="Inter"/>
                <a:cs typeface="Inter"/>
                <a:sym typeface="Inter"/>
              </a:rPr>
              <a:t>Lots of options</a:t>
            </a:r>
            <a:endParaRPr>
              <a:solidFill>
                <a:srgbClr val="999999"/>
              </a:solidFill>
              <a:latin typeface="Inter"/>
              <a:ea typeface="Inter"/>
              <a:cs typeface="Inter"/>
              <a:sym typeface="Inter"/>
            </a:endParaRPr>
          </a:p>
          <a:p>
            <a:pPr indent="0" lvl="0" marL="0" rtl="0" algn="l">
              <a:lnSpc>
                <a:spcPct val="115000"/>
              </a:lnSpc>
              <a:spcBef>
                <a:spcPts val="0"/>
              </a:spcBef>
              <a:spcAft>
                <a:spcPts val="0"/>
              </a:spcAft>
              <a:buNone/>
            </a:pPr>
            <a:r>
              <a:t/>
            </a:r>
            <a:endParaRPr>
              <a:solidFill>
                <a:srgbClr val="999999"/>
              </a:solidFill>
              <a:latin typeface="Fredoka"/>
              <a:ea typeface="Fredoka"/>
              <a:cs typeface="Fredoka"/>
              <a:sym typeface="Fredoka"/>
            </a:endParaRPr>
          </a:p>
        </p:txBody>
      </p:sp>
      <p:cxnSp>
        <p:nvCxnSpPr>
          <p:cNvPr id="312" name="Google Shape;312;g2b8030a1825_0_385"/>
          <p:cNvCxnSpPr/>
          <p:nvPr/>
        </p:nvCxnSpPr>
        <p:spPr>
          <a:xfrm rot="10800000">
            <a:off x="968400" y="270025"/>
            <a:ext cx="8175600" cy="4800"/>
          </a:xfrm>
          <a:prstGeom prst="straightConnector1">
            <a:avLst/>
          </a:prstGeom>
          <a:noFill/>
          <a:ln cap="flat" cmpd="sng" w="28575">
            <a:solidFill>
              <a:srgbClr val="ED1E44"/>
            </a:solidFill>
            <a:prstDash val="solid"/>
            <a:round/>
            <a:headEnd len="med" w="med" type="none"/>
            <a:tailEnd len="med" w="med" type="none"/>
          </a:ln>
        </p:spPr>
      </p:cxnSp>
      <p:pic>
        <p:nvPicPr>
          <p:cNvPr id="313" name="Google Shape;313;g2b8030a1825_0_385"/>
          <p:cNvPicPr preferRelativeResize="0"/>
          <p:nvPr/>
        </p:nvPicPr>
        <p:blipFill rotWithShape="1">
          <a:blip r:embed="rId3">
            <a:alphaModFix/>
          </a:blip>
          <a:srcRect b="44952" l="23629" r="28117" t="0"/>
          <a:stretch/>
        </p:blipFill>
        <p:spPr>
          <a:xfrm>
            <a:off x="235225" y="181550"/>
            <a:ext cx="572326" cy="551551"/>
          </a:xfrm>
          <a:prstGeom prst="rect">
            <a:avLst/>
          </a:prstGeom>
          <a:noFill/>
          <a:ln>
            <a:noFill/>
          </a:ln>
        </p:spPr>
      </p:pic>
      <p:sp>
        <p:nvSpPr>
          <p:cNvPr id="314" name="Google Shape;314;g2b8030a1825_0_385"/>
          <p:cNvSpPr/>
          <p:nvPr/>
        </p:nvSpPr>
        <p:spPr>
          <a:xfrm>
            <a:off x="953075" y="419100"/>
            <a:ext cx="24425" cy="19050"/>
          </a:xfrm>
          <a:prstGeom prst="flowChartOnlineStorage">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15" name="Google Shape;315;g2b8030a1825_0_385"/>
          <p:cNvSpPr/>
          <p:nvPr/>
        </p:nvSpPr>
        <p:spPr>
          <a:xfrm>
            <a:off x="858750" y="260350"/>
            <a:ext cx="2341800" cy="294900"/>
          </a:xfrm>
          <a:prstGeom prst="roundRect">
            <a:avLst>
              <a:gd fmla="val 11318" name="adj"/>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Fredoka Medium"/>
                <a:ea typeface="Fredoka Medium"/>
                <a:cs typeface="Fredoka Medium"/>
                <a:sym typeface="Fredoka Medium"/>
              </a:rPr>
              <a:t>TRAVELERS</a:t>
            </a:r>
            <a:endParaRPr>
              <a:solidFill>
                <a:schemeClr val="lt1"/>
              </a:solidFill>
              <a:latin typeface="Fredoka Medium"/>
              <a:ea typeface="Fredoka Medium"/>
              <a:cs typeface="Fredoka Medium"/>
              <a:sym typeface="Fredoka Medium"/>
            </a:endParaRPr>
          </a:p>
        </p:txBody>
      </p:sp>
      <p:sp>
        <p:nvSpPr>
          <p:cNvPr id="316" name="Google Shape;316;g2b8030a1825_0_385"/>
          <p:cNvSpPr txBox="1"/>
          <p:nvPr/>
        </p:nvSpPr>
        <p:spPr>
          <a:xfrm>
            <a:off x="0" y="933450"/>
            <a:ext cx="9144000" cy="400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a:solidFill>
                  <a:srgbClr val="666666"/>
                </a:solidFill>
                <a:latin typeface="Inter"/>
                <a:ea typeface="Inter"/>
                <a:cs typeface="Inter"/>
                <a:sym typeface="Inter"/>
              </a:rPr>
              <a:t>Individuals who enjoy audio guided exploration when travelling to a new place</a:t>
            </a:r>
            <a:endParaRPr>
              <a:solidFill>
                <a:srgbClr val="666666"/>
              </a:solidFill>
              <a:latin typeface="Inter"/>
              <a:ea typeface="Inter"/>
              <a:cs typeface="Inter"/>
              <a:sym typeface="Inte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g2bccfc52019_0_0"/>
          <p:cNvSpPr txBox="1"/>
          <p:nvPr/>
        </p:nvSpPr>
        <p:spPr>
          <a:xfrm>
            <a:off x="0" y="4729225"/>
            <a:ext cx="19170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999999"/>
                </a:solidFill>
                <a:latin typeface="Fredoka"/>
                <a:ea typeface="Fredoka"/>
                <a:cs typeface="Fredoka"/>
                <a:sym typeface="Fredoka"/>
              </a:rPr>
              <a:t>pockettours.com</a:t>
            </a:r>
            <a:endParaRPr sz="1100">
              <a:solidFill>
                <a:srgbClr val="999999"/>
              </a:solidFill>
              <a:latin typeface="Fredoka"/>
              <a:ea typeface="Fredoka"/>
              <a:cs typeface="Fredoka"/>
              <a:sym typeface="Fredoka"/>
            </a:endParaRPr>
          </a:p>
        </p:txBody>
      </p:sp>
      <p:sp>
        <p:nvSpPr>
          <p:cNvPr id="322" name="Google Shape;322;g2bccfc52019_0_0"/>
          <p:cNvSpPr txBox="1"/>
          <p:nvPr/>
        </p:nvSpPr>
        <p:spPr>
          <a:xfrm>
            <a:off x="8186700" y="4729225"/>
            <a:ext cx="957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999999"/>
                </a:solidFill>
                <a:latin typeface="Fredoka"/>
                <a:ea typeface="Fredoka"/>
                <a:cs typeface="Fredoka"/>
                <a:sym typeface="Fredoka"/>
              </a:rPr>
              <a:t>@2024</a:t>
            </a:r>
            <a:endParaRPr sz="1100">
              <a:solidFill>
                <a:srgbClr val="999999"/>
              </a:solidFill>
              <a:latin typeface="Fredoka"/>
              <a:ea typeface="Fredoka"/>
              <a:cs typeface="Fredoka"/>
              <a:sym typeface="Fredoka"/>
            </a:endParaRPr>
          </a:p>
        </p:txBody>
      </p:sp>
      <p:sp>
        <p:nvSpPr>
          <p:cNvPr id="323" name="Google Shape;323;g2bccfc52019_0_0"/>
          <p:cNvSpPr txBox="1"/>
          <p:nvPr/>
        </p:nvSpPr>
        <p:spPr>
          <a:xfrm>
            <a:off x="3613500" y="4729225"/>
            <a:ext cx="19170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999999"/>
                </a:solidFill>
                <a:latin typeface="Fredoka"/>
                <a:ea typeface="Fredoka"/>
                <a:cs typeface="Fredoka"/>
                <a:sym typeface="Fredoka"/>
              </a:rPr>
              <a:t>city tours in your pocket</a:t>
            </a:r>
            <a:endParaRPr sz="1100">
              <a:solidFill>
                <a:srgbClr val="999999"/>
              </a:solidFill>
              <a:latin typeface="Fredoka"/>
              <a:ea typeface="Fredoka"/>
              <a:cs typeface="Fredoka"/>
              <a:sym typeface="Fredoka"/>
            </a:endParaRPr>
          </a:p>
        </p:txBody>
      </p:sp>
      <p:cxnSp>
        <p:nvCxnSpPr>
          <p:cNvPr id="324" name="Google Shape;324;g2bccfc52019_0_0"/>
          <p:cNvCxnSpPr/>
          <p:nvPr/>
        </p:nvCxnSpPr>
        <p:spPr>
          <a:xfrm rot="10800000">
            <a:off x="968400" y="270025"/>
            <a:ext cx="8175600" cy="4800"/>
          </a:xfrm>
          <a:prstGeom prst="straightConnector1">
            <a:avLst/>
          </a:prstGeom>
          <a:noFill/>
          <a:ln cap="flat" cmpd="sng" w="28575">
            <a:solidFill>
              <a:srgbClr val="ED1E44"/>
            </a:solidFill>
            <a:prstDash val="solid"/>
            <a:round/>
            <a:headEnd len="med" w="med" type="none"/>
            <a:tailEnd len="med" w="med" type="none"/>
          </a:ln>
        </p:spPr>
      </p:cxnSp>
      <p:pic>
        <p:nvPicPr>
          <p:cNvPr id="325" name="Google Shape;325;g2bccfc52019_0_0"/>
          <p:cNvPicPr preferRelativeResize="0"/>
          <p:nvPr/>
        </p:nvPicPr>
        <p:blipFill rotWithShape="1">
          <a:blip r:embed="rId3">
            <a:alphaModFix/>
          </a:blip>
          <a:srcRect b="44952" l="23629" r="28117" t="0"/>
          <a:stretch/>
        </p:blipFill>
        <p:spPr>
          <a:xfrm>
            <a:off x="235225" y="181550"/>
            <a:ext cx="572326" cy="551551"/>
          </a:xfrm>
          <a:prstGeom prst="rect">
            <a:avLst/>
          </a:prstGeom>
          <a:noFill/>
          <a:ln>
            <a:noFill/>
          </a:ln>
        </p:spPr>
      </p:pic>
      <p:sp>
        <p:nvSpPr>
          <p:cNvPr id="326" name="Google Shape;326;g2bccfc52019_0_0"/>
          <p:cNvSpPr/>
          <p:nvPr/>
        </p:nvSpPr>
        <p:spPr>
          <a:xfrm>
            <a:off x="953075" y="419100"/>
            <a:ext cx="24425" cy="19050"/>
          </a:xfrm>
          <a:prstGeom prst="flowChartOnlineStorage">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27" name="Google Shape;327;g2bccfc52019_0_0"/>
          <p:cNvSpPr/>
          <p:nvPr/>
        </p:nvSpPr>
        <p:spPr>
          <a:xfrm>
            <a:off x="858750" y="260350"/>
            <a:ext cx="2647500" cy="294900"/>
          </a:xfrm>
          <a:prstGeom prst="roundRect">
            <a:avLst>
              <a:gd fmla="val 11318" name="adj"/>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Fredoka Medium"/>
                <a:ea typeface="Fredoka Medium"/>
                <a:cs typeface="Fredoka Medium"/>
                <a:sym typeface="Fredoka Medium"/>
              </a:rPr>
              <a:t>WHO ARE THE </a:t>
            </a:r>
            <a:r>
              <a:rPr lang="en">
                <a:solidFill>
                  <a:schemeClr val="lt1"/>
                </a:solidFill>
                <a:latin typeface="Fredoka Medium"/>
                <a:ea typeface="Fredoka Medium"/>
                <a:cs typeface="Fredoka Medium"/>
                <a:sym typeface="Fredoka Medium"/>
              </a:rPr>
              <a:t>TRAVELERS?</a:t>
            </a:r>
            <a:endParaRPr>
              <a:solidFill>
                <a:schemeClr val="lt1"/>
              </a:solidFill>
              <a:latin typeface="Fredoka Medium"/>
              <a:ea typeface="Fredoka Medium"/>
              <a:cs typeface="Fredoka Medium"/>
              <a:sym typeface="Fredoka Medium"/>
            </a:endParaRPr>
          </a:p>
        </p:txBody>
      </p:sp>
      <p:sp>
        <p:nvSpPr>
          <p:cNvPr id="328" name="Google Shape;328;g2bccfc52019_0_0"/>
          <p:cNvSpPr/>
          <p:nvPr/>
        </p:nvSpPr>
        <p:spPr>
          <a:xfrm>
            <a:off x="2673448" y="909613"/>
            <a:ext cx="832800" cy="312600"/>
          </a:xfrm>
          <a:prstGeom prst="roundRect">
            <a:avLst>
              <a:gd fmla="val 1666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999999"/>
                </a:solidFill>
                <a:latin typeface="Fredoka"/>
                <a:ea typeface="Fredoka"/>
                <a:cs typeface="Fredoka"/>
                <a:sym typeface="Fredoka"/>
              </a:rPr>
              <a:t>Tours</a:t>
            </a:r>
            <a:endParaRPr b="1" sz="1900">
              <a:solidFill>
                <a:srgbClr val="999999"/>
              </a:solidFill>
              <a:latin typeface="Fredoka"/>
              <a:ea typeface="Fredoka"/>
              <a:cs typeface="Fredoka"/>
              <a:sym typeface="Fredoka"/>
            </a:endParaRPr>
          </a:p>
        </p:txBody>
      </p:sp>
      <p:sp>
        <p:nvSpPr>
          <p:cNvPr id="329" name="Google Shape;329;g2bccfc52019_0_0"/>
          <p:cNvSpPr/>
          <p:nvPr/>
        </p:nvSpPr>
        <p:spPr>
          <a:xfrm>
            <a:off x="7181148" y="1781213"/>
            <a:ext cx="1343700" cy="3126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999999"/>
                </a:solidFill>
                <a:latin typeface="Fredoka"/>
                <a:ea typeface="Fredoka"/>
                <a:cs typeface="Fredoka"/>
                <a:sym typeface="Fredoka"/>
              </a:rPr>
              <a:t>Discovering</a:t>
            </a:r>
            <a:endParaRPr b="1">
              <a:solidFill>
                <a:srgbClr val="999999"/>
              </a:solidFill>
              <a:latin typeface="Fredoka"/>
              <a:ea typeface="Fredoka"/>
              <a:cs typeface="Fredoka"/>
              <a:sym typeface="Fredoka"/>
            </a:endParaRPr>
          </a:p>
        </p:txBody>
      </p:sp>
      <p:grpSp>
        <p:nvGrpSpPr>
          <p:cNvPr id="330" name="Google Shape;330;g2bccfc52019_0_0"/>
          <p:cNvGrpSpPr/>
          <p:nvPr/>
        </p:nvGrpSpPr>
        <p:grpSpPr>
          <a:xfrm>
            <a:off x="3660728" y="1298417"/>
            <a:ext cx="1822536" cy="1570080"/>
            <a:chOff x="585475" y="1877900"/>
            <a:chExt cx="2429400" cy="2183700"/>
          </a:xfrm>
        </p:grpSpPr>
        <p:sp>
          <p:nvSpPr>
            <p:cNvPr id="331" name="Google Shape;331;g2bccfc52019_0_0"/>
            <p:cNvSpPr/>
            <p:nvPr/>
          </p:nvSpPr>
          <p:spPr>
            <a:xfrm>
              <a:off x="585475" y="1877900"/>
              <a:ext cx="2429400" cy="2099100"/>
            </a:xfrm>
            <a:prstGeom prst="roundRect">
              <a:avLst>
                <a:gd fmla="val 11318" name="adj"/>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3000">
                <a:solidFill>
                  <a:schemeClr val="lt1"/>
                </a:solidFill>
                <a:latin typeface="Fredoka Medium"/>
                <a:ea typeface="Fredoka Medium"/>
                <a:cs typeface="Fredoka Medium"/>
                <a:sym typeface="Fredoka Medium"/>
              </a:endParaRPr>
            </a:p>
          </p:txBody>
        </p:sp>
        <p:sp>
          <p:nvSpPr>
            <p:cNvPr id="332" name="Google Shape;332;g2bccfc52019_0_0"/>
            <p:cNvSpPr txBox="1"/>
            <p:nvPr/>
          </p:nvSpPr>
          <p:spPr>
            <a:xfrm>
              <a:off x="585475" y="1877900"/>
              <a:ext cx="2429400" cy="2183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0">
                  <a:solidFill>
                    <a:schemeClr val="lt1"/>
                  </a:solidFill>
                  <a:latin typeface="Fredoka Medium"/>
                  <a:ea typeface="Fredoka Medium"/>
                  <a:cs typeface="Fredoka Medium"/>
                  <a:sym typeface="Fredoka Medium"/>
                </a:rPr>
                <a:t>T</a:t>
              </a:r>
              <a:endParaRPr sz="9000"/>
            </a:p>
          </p:txBody>
        </p:sp>
      </p:grpSp>
      <p:sp>
        <p:nvSpPr>
          <p:cNvPr id="333" name="Google Shape;333;g2bccfc52019_0_0"/>
          <p:cNvSpPr/>
          <p:nvPr/>
        </p:nvSpPr>
        <p:spPr>
          <a:xfrm>
            <a:off x="293250" y="3272075"/>
            <a:ext cx="8557500" cy="665400"/>
          </a:xfrm>
          <a:prstGeom prst="roundRect">
            <a:avLst>
              <a:gd fmla="val 16667" name="adj"/>
            </a:avLst>
          </a:prstGeom>
          <a:noFill/>
          <a:ln cap="flat" cmpd="sng" w="19050">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latin typeface="Inter"/>
                <a:ea typeface="Inter"/>
                <a:cs typeface="Inter"/>
                <a:sym typeface="Inter"/>
              </a:rPr>
              <a:t>Alex, 45,   </a:t>
            </a:r>
            <a:r>
              <a:rPr lang="en" sz="1300">
                <a:solidFill>
                  <a:srgbClr val="9E9E9E"/>
                </a:solidFill>
                <a:latin typeface="Inter"/>
                <a:ea typeface="Inter"/>
                <a:cs typeface="Inter"/>
                <a:sym typeface="Inter"/>
              </a:rPr>
              <a:t>is on a business trip to Rome. During his downtime, he enjoys immersing himself in the local culture and history. Luckily, a pocket tour about ancient Roman civilization provides him with valuable insights as he strolls through the city's historic streets.</a:t>
            </a:r>
            <a:endParaRPr sz="1300">
              <a:solidFill>
                <a:srgbClr val="9E9E9E"/>
              </a:solidFill>
              <a:latin typeface="Inter"/>
              <a:ea typeface="Inter"/>
              <a:cs typeface="Inter"/>
              <a:sym typeface="Inter"/>
            </a:endParaRPr>
          </a:p>
        </p:txBody>
      </p:sp>
      <p:sp>
        <p:nvSpPr>
          <p:cNvPr id="334" name="Google Shape;334;g2bccfc52019_0_0"/>
          <p:cNvSpPr/>
          <p:nvPr/>
        </p:nvSpPr>
        <p:spPr>
          <a:xfrm>
            <a:off x="4997178" y="885250"/>
            <a:ext cx="1534500" cy="3126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solidFill>
                  <a:srgbClr val="999999"/>
                </a:solidFill>
                <a:latin typeface="Fredoka"/>
                <a:ea typeface="Fredoka"/>
                <a:cs typeface="Fredoka"/>
                <a:sym typeface="Fredoka"/>
              </a:rPr>
              <a:t>Attractions</a:t>
            </a:r>
            <a:endParaRPr b="1" sz="1700">
              <a:solidFill>
                <a:srgbClr val="999999"/>
              </a:solidFill>
              <a:latin typeface="Fredoka"/>
              <a:ea typeface="Fredoka"/>
              <a:cs typeface="Fredoka"/>
              <a:sym typeface="Fredoka"/>
            </a:endParaRPr>
          </a:p>
        </p:txBody>
      </p:sp>
      <p:sp>
        <p:nvSpPr>
          <p:cNvPr id="335" name="Google Shape;335;g2bccfc52019_0_0"/>
          <p:cNvSpPr txBox="1"/>
          <p:nvPr/>
        </p:nvSpPr>
        <p:spPr>
          <a:xfrm>
            <a:off x="2227650" y="1737413"/>
            <a:ext cx="1201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999999"/>
                </a:solidFill>
                <a:latin typeface="Fredoka"/>
                <a:ea typeface="Fredoka"/>
                <a:cs typeface="Fredoka"/>
                <a:sym typeface="Fredoka"/>
              </a:rPr>
              <a:t>Podcasts</a:t>
            </a:r>
            <a:endParaRPr b="1">
              <a:solidFill>
                <a:srgbClr val="999999"/>
              </a:solidFill>
              <a:latin typeface="Fredoka"/>
              <a:ea typeface="Fredoka"/>
              <a:cs typeface="Fredoka"/>
              <a:sym typeface="Fredoka"/>
            </a:endParaRPr>
          </a:p>
        </p:txBody>
      </p:sp>
      <p:sp>
        <p:nvSpPr>
          <p:cNvPr id="336" name="Google Shape;336;g2bccfc52019_0_0"/>
          <p:cNvSpPr/>
          <p:nvPr/>
        </p:nvSpPr>
        <p:spPr>
          <a:xfrm>
            <a:off x="364527" y="1829788"/>
            <a:ext cx="1201500" cy="3126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999999"/>
                </a:solidFill>
                <a:latin typeface="Fredoka"/>
                <a:ea typeface="Fredoka"/>
                <a:cs typeface="Fredoka"/>
                <a:sym typeface="Fredoka"/>
              </a:rPr>
              <a:t>Museums</a:t>
            </a:r>
            <a:endParaRPr b="1">
              <a:solidFill>
                <a:srgbClr val="999999"/>
              </a:solidFill>
              <a:latin typeface="Fredoka"/>
              <a:ea typeface="Fredoka"/>
              <a:cs typeface="Fredoka"/>
              <a:sym typeface="Fredoka"/>
            </a:endParaRPr>
          </a:p>
        </p:txBody>
      </p:sp>
      <p:sp>
        <p:nvSpPr>
          <p:cNvPr id="337" name="Google Shape;337;g2bccfc52019_0_0"/>
          <p:cNvSpPr/>
          <p:nvPr/>
        </p:nvSpPr>
        <p:spPr>
          <a:xfrm>
            <a:off x="6206275" y="2652825"/>
            <a:ext cx="909000" cy="312600"/>
          </a:xfrm>
          <a:prstGeom prst="roundRect">
            <a:avLst>
              <a:gd fmla="val 1666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solidFill>
                  <a:srgbClr val="999999"/>
                </a:solidFill>
                <a:latin typeface="Fredoka"/>
                <a:ea typeface="Fredoka"/>
                <a:cs typeface="Fredoka"/>
                <a:sym typeface="Fredoka"/>
              </a:rPr>
              <a:t>History</a:t>
            </a:r>
            <a:endParaRPr b="1" sz="1500">
              <a:solidFill>
                <a:srgbClr val="999999"/>
              </a:solidFill>
              <a:latin typeface="Fredoka"/>
              <a:ea typeface="Fredoka"/>
              <a:cs typeface="Fredoka"/>
              <a:sym typeface="Fredoka"/>
            </a:endParaRPr>
          </a:p>
        </p:txBody>
      </p:sp>
      <p:sp>
        <p:nvSpPr>
          <p:cNvPr id="338" name="Google Shape;338;g2bccfc52019_0_0"/>
          <p:cNvSpPr/>
          <p:nvPr/>
        </p:nvSpPr>
        <p:spPr>
          <a:xfrm>
            <a:off x="2227650" y="2652825"/>
            <a:ext cx="1201500" cy="3126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solidFill>
                  <a:srgbClr val="999999"/>
                </a:solidFill>
                <a:latin typeface="Fredoka"/>
                <a:ea typeface="Fredoka"/>
                <a:cs typeface="Fredoka"/>
                <a:sym typeface="Fredoka"/>
              </a:rPr>
              <a:t>Geography</a:t>
            </a:r>
            <a:endParaRPr b="1" sz="1500">
              <a:solidFill>
                <a:srgbClr val="999999"/>
              </a:solidFill>
              <a:latin typeface="Fredoka"/>
              <a:ea typeface="Fredoka"/>
              <a:cs typeface="Fredoka"/>
              <a:sym typeface="Fredoka"/>
            </a:endParaRPr>
          </a:p>
        </p:txBody>
      </p:sp>
      <p:sp>
        <p:nvSpPr>
          <p:cNvPr id="339" name="Google Shape;339;g2bccfc52019_0_0"/>
          <p:cNvSpPr/>
          <p:nvPr/>
        </p:nvSpPr>
        <p:spPr>
          <a:xfrm>
            <a:off x="5757252" y="1653763"/>
            <a:ext cx="1046700" cy="3126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999999"/>
                </a:solidFill>
                <a:latin typeface="Fredoka"/>
                <a:ea typeface="Fredoka"/>
                <a:cs typeface="Fredoka"/>
                <a:sym typeface="Fredoka"/>
              </a:rPr>
              <a:t>Walking</a:t>
            </a:r>
            <a:endParaRPr b="1" sz="1600">
              <a:solidFill>
                <a:srgbClr val="999999"/>
              </a:solidFill>
              <a:latin typeface="Fredoka"/>
              <a:ea typeface="Fredoka"/>
              <a:cs typeface="Fredoka"/>
              <a:sym typeface="Fredoka"/>
            </a:endParaRPr>
          </a:p>
        </p:txBody>
      </p:sp>
      <p:sp>
        <p:nvSpPr>
          <p:cNvPr id="340" name="Google Shape;340;g2bccfc52019_0_0"/>
          <p:cNvSpPr/>
          <p:nvPr/>
        </p:nvSpPr>
        <p:spPr>
          <a:xfrm>
            <a:off x="7344912" y="871713"/>
            <a:ext cx="1343700" cy="3126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999999"/>
                </a:solidFill>
                <a:latin typeface="Fredoka"/>
                <a:ea typeface="Fredoka"/>
                <a:cs typeface="Fredoka"/>
                <a:sym typeface="Fredoka"/>
              </a:rPr>
              <a:t>Tips &amp; Tricks</a:t>
            </a:r>
            <a:endParaRPr b="1">
              <a:solidFill>
                <a:srgbClr val="999999"/>
              </a:solidFill>
              <a:latin typeface="Fredoka"/>
              <a:ea typeface="Fredoka"/>
              <a:cs typeface="Fredoka"/>
              <a:sym typeface="Fredoka"/>
            </a:endParaRPr>
          </a:p>
        </p:txBody>
      </p:sp>
      <p:sp>
        <p:nvSpPr>
          <p:cNvPr id="341" name="Google Shape;341;g2bccfc52019_0_0"/>
          <p:cNvSpPr/>
          <p:nvPr/>
        </p:nvSpPr>
        <p:spPr>
          <a:xfrm>
            <a:off x="293250" y="4063675"/>
            <a:ext cx="8557500" cy="665400"/>
          </a:xfrm>
          <a:prstGeom prst="roundRect">
            <a:avLst>
              <a:gd fmla="val 16667" name="adj"/>
            </a:avLst>
          </a:prstGeom>
          <a:noFill/>
          <a:ln cap="flat" cmpd="sng" w="19050">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300">
                <a:latin typeface="Inter"/>
                <a:ea typeface="Inter"/>
                <a:cs typeface="Inter"/>
                <a:sym typeface="Inter"/>
              </a:rPr>
              <a:t>                      </a:t>
            </a:r>
            <a:r>
              <a:rPr lang="en" sz="1300">
                <a:solidFill>
                  <a:srgbClr val="9E9E9E"/>
                </a:solidFill>
                <a:latin typeface="Inter"/>
                <a:ea typeface="Inter"/>
                <a:cs typeface="Inter"/>
                <a:sym typeface="Inter"/>
              </a:rPr>
              <a:t>is a travel enthusiast who recently arrived in Tokyo for a vacation. </a:t>
            </a:r>
            <a:endParaRPr sz="1300">
              <a:solidFill>
                <a:srgbClr val="9E9E9E"/>
              </a:solidFill>
              <a:latin typeface="Inter"/>
              <a:ea typeface="Inter"/>
              <a:cs typeface="Inter"/>
              <a:sym typeface="Inter"/>
            </a:endParaRPr>
          </a:p>
          <a:p>
            <a:pPr indent="0" lvl="0" marL="0" rtl="0" algn="ctr">
              <a:spcBef>
                <a:spcPts val="0"/>
              </a:spcBef>
              <a:spcAft>
                <a:spcPts val="0"/>
              </a:spcAft>
              <a:buNone/>
            </a:pPr>
            <a:r>
              <a:rPr lang="en" sz="1300">
                <a:solidFill>
                  <a:srgbClr val="9E9E9E"/>
                </a:solidFill>
                <a:latin typeface="Inter"/>
                <a:ea typeface="Inter"/>
                <a:cs typeface="Inter"/>
                <a:sym typeface="Inter"/>
              </a:rPr>
              <a:t>She's always been fascinated by Japanese history and culture, and she's eager to explore the city while learning about its rich historical background through a bunch of pocket tours made by locals.</a:t>
            </a:r>
            <a:endParaRPr sz="1300">
              <a:solidFill>
                <a:srgbClr val="9E9E9E"/>
              </a:solidFill>
              <a:latin typeface="Inter"/>
              <a:ea typeface="Inter"/>
              <a:cs typeface="Inter"/>
              <a:sym typeface="Inter"/>
            </a:endParaRPr>
          </a:p>
        </p:txBody>
      </p:sp>
      <p:sp>
        <p:nvSpPr>
          <p:cNvPr id="342" name="Google Shape;342;g2bccfc52019_0_0"/>
          <p:cNvSpPr txBox="1"/>
          <p:nvPr/>
        </p:nvSpPr>
        <p:spPr>
          <a:xfrm>
            <a:off x="7577900" y="2467475"/>
            <a:ext cx="1201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999999"/>
                </a:solidFill>
                <a:latin typeface="Fredoka"/>
                <a:ea typeface="Fredoka"/>
                <a:cs typeface="Fredoka"/>
                <a:sym typeface="Fredoka"/>
              </a:rPr>
              <a:t>Games</a:t>
            </a:r>
            <a:endParaRPr b="1">
              <a:solidFill>
                <a:srgbClr val="999999"/>
              </a:solidFill>
              <a:latin typeface="Fredoka"/>
              <a:ea typeface="Fredoka"/>
              <a:cs typeface="Fredoka"/>
              <a:sym typeface="Fredoka"/>
            </a:endParaRPr>
          </a:p>
        </p:txBody>
      </p:sp>
      <p:sp>
        <p:nvSpPr>
          <p:cNvPr id="343" name="Google Shape;343;g2bccfc52019_0_0"/>
          <p:cNvSpPr/>
          <p:nvPr/>
        </p:nvSpPr>
        <p:spPr>
          <a:xfrm>
            <a:off x="697715" y="1125150"/>
            <a:ext cx="1461900" cy="3126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999999"/>
                </a:solidFill>
                <a:latin typeface="Fredoka"/>
                <a:ea typeface="Fredoka"/>
                <a:cs typeface="Fredoka"/>
                <a:sym typeface="Fredoka"/>
              </a:rPr>
              <a:t>Independence</a:t>
            </a:r>
            <a:endParaRPr b="1">
              <a:solidFill>
                <a:srgbClr val="999999"/>
              </a:solidFill>
              <a:latin typeface="Fredoka"/>
              <a:ea typeface="Fredoka"/>
              <a:cs typeface="Fredoka"/>
              <a:sym typeface="Fredoka"/>
            </a:endParaRPr>
          </a:p>
        </p:txBody>
      </p:sp>
      <p:sp>
        <p:nvSpPr>
          <p:cNvPr id="344" name="Google Shape;344;g2bccfc52019_0_0"/>
          <p:cNvSpPr/>
          <p:nvPr/>
        </p:nvSpPr>
        <p:spPr>
          <a:xfrm>
            <a:off x="6206265" y="472075"/>
            <a:ext cx="1461900" cy="3126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999999"/>
                </a:solidFill>
                <a:latin typeface="Fredoka"/>
                <a:ea typeface="Fredoka"/>
                <a:cs typeface="Fredoka"/>
                <a:sym typeface="Fredoka"/>
              </a:rPr>
              <a:t>Thrifty</a:t>
            </a:r>
            <a:endParaRPr b="1" sz="1200">
              <a:solidFill>
                <a:srgbClr val="999999"/>
              </a:solidFill>
              <a:latin typeface="Fredoka"/>
              <a:ea typeface="Fredoka"/>
              <a:cs typeface="Fredoka"/>
              <a:sym typeface="Fredoka"/>
            </a:endParaRPr>
          </a:p>
        </p:txBody>
      </p:sp>
      <p:sp>
        <p:nvSpPr>
          <p:cNvPr id="345" name="Google Shape;345;g2bccfc52019_0_0"/>
          <p:cNvSpPr/>
          <p:nvPr/>
        </p:nvSpPr>
        <p:spPr>
          <a:xfrm>
            <a:off x="293250" y="3272075"/>
            <a:ext cx="1068000" cy="240900"/>
          </a:xfrm>
          <a:prstGeom prst="roundRect">
            <a:avLst>
              <a:gd fmla="val 22410" name="adj"/>
            </a:avLst>
          </a:prstGeom>
          <a:solidFill>
            <a:srgbClr val="ED1E44"/>
          </a:solidFill>
          <a:ln cap="flat" cmpd="sng" w="19050">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Fredoka"/>
                <a:ea typeface="Fredoka"/>
                <a:cs typeface="Fredoka"/>
                <a:sym typeface="Fredoka"/>
              </a:rPr>
              <a:t>Alex, 37</a:t>
            </a:r>
            <a:endParaRPr>
              <a:solidFill>
                <a:schemeClr val="lt1"/>
              </a:solidFill>
              <a:latin typeface="Fredoka"/>
              <a:ea typeface="Fredoka"/>
              <a:cs typeface="Fredoka"/>
              <a:sym typeface="Fredoka"/>
            </a:endParaRPr>
          </a:p>
        </p:txBody>
      </p:sp>
      <p:sp>
        <p:nvSpPr>
          <p:cNvPr id="346" name="Google Shape;346;g2bccfc52019_0_0"/>
          <p:cNvSpPr/>
          <p:nvPr/>
        </p:nvSpPr>
        <p:spPr>
          <a:xfrm>
            <a:off x="293250" y="4063675"/>
            <a:ext cx="1068000" cy="240900"/>
          </a:xfrm>
          <a:prstGeom prst="roundRect">
            <a:avLst>
              <a:gd fmla="val 22410" name="adj"/>
            </a:avLst>
          </a:prstGeom>
          <a:solidFill>
            <a:srgbClr val="ED1E44"/>
          </a:solidFill>
          <a:ln cap="flat" cmpd="sng" w="19050">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Fredoka"/>
                <a:ea typeface="Fredoka"/>
                <a:cs typeface="Fredoka"/>
                <a:sym typeface="Fredoka"/>
              </a:rPr>
              <a:t>Emma, 28</a:t>
            </a:r>
            <a:endParaRPr>
              <a:solidFill>
                <a:schemeClr val="lt1"/>
              </a:solidFill>
              <a:latin typeface="Fredoka"/>
              <a:ea typeface="Fredoka"/>
              <a:cs typeface="Fredoka"/>
              <a:sym typeface="Fredoka"/>
            </a:endParaRPr>
          </a:p>
        </p:txBody>
      </p:sp>
      <p:sp>
        <p:nvSpPr>
          <p:cNvPr id="347" name="Google Shape;347;g2bccfc52019_0_0"/>
          <p:cNvSpPr txBox="1"/>
          <p:nvPr/>
        </p:nvSpPr>
        <p:spPr>
          <a:xfrm>
            <a:off x="1026150" y="2301913"/>
            <a:ext cx="1201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999999"/>
                </a:solidFill>
                <a:latin typeface="Fredoka"/>
                <a:ea typeface="Fredoka"/>
                <a:cs typeface="Fredoka"/>
                <a:sym typeface="Fredoka"/>
              </a:rPr>
              <a:t>Outdoor</a:t>
            </a:r>
            <a:endParaRPr b="1">
              <a:solidFill>
                <a:srgbClr val="999999"/>
              </a:solidFill>
              <a:latin typeface="Fredoka"/>
              <a:ea typeface="Fredoka"/>
              <a:cs typeface="Fredoka"/>
              <a:sym typeface="Fredoka"/>
            </a:endParaRPr>
          </a:p>
        </p:txBody>
      </p:sp>
      <p:sp>
        <p:nvSpPr>
          <p:cNvPr id="348" name="Google Shape;348;g2bccfc52019_0_0"/>
          <p:cNvSpPr/>
          <p:nvPr/>
        </p:nvSpPr>
        <p:spPr>
          <a:xfrm>
            <a:off x="6324473" y="1126638"/>
            <a:ext cx="1343700" cy="3126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999999"/>
                </a:solidFill>
                <a:latin typeface="Fredoka"/>
                <a:ea typeface="Fredoka"/>
                <a:cs typeface="Fredoka"/>
                <a:sym typeface="Fredoka"/>
              </a:rPr>
              <a:t>Art</a:t>
            </a:r>
            <a:endParaRPr b="1">
              <a:solidFill>
                <a:srgbClr val="999999"/>
              </a:solidFill>
              <a:latin typeface="Fredoka"/>
              <a:ea typeface="Fredoka"/>
              <a:cs typeface="Fredoka"/>
              <a:sym typeface="Fredoka"/>
            </a:endParaRPr>
          </a:p>
        </p:txBody>
      </p:sp>
      <p:sp>
        <p:nvSpPr>
          <p:cNvPr id="349" name="Google Shape;349;g2bccfc52019_0_0"/>
          <p:cNvSpPr txBox="1"/>
          <p:nvPr/>
        </p:nvSpPr>
        <p:spPr>
          <a:xfrm>
            <a:off x="6288675" y="2180875"/>
            <a:ext cx="1201500" cy="38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300">
                <a:solidFill>
                  <a:srgbClr val="999999"/>
                </a:solidFill>
                <a:latin typeface="Fredoka"/>
                <a:ea typeface="Fredoka"/>
                <a:cs typeface="Fredoka"/>
                <a:sym typeface="Fredoka"/>
              </a:rPr>
              <a:t>Culture</a:t>
            </a:r>
            <a:endParaRPr b="1" sz="1300">
              <a:solidFill>
                <a:srgbClr val="999999"/>
              </a:solidFill>
              <a:latin typeface="Fredoka"/>
              <a:ea typeface="Fredoka"/>
              <a:cs typeface="Fredoka"/>
              <a:sym typeface="Fredoka"/>
            </a:endParaRPr>
          </a:p>
        </p:txBody>
      </p:sp>
      <p:sp>
        <p:nvSpPr>
          <p:cNvPr id="350" name="Google Shape;350;g2bccfc52019_0_0"/>
          <p:cNvSpPr txBox="1"/>
          <p:nvPr/>
        </p:nvSpPr>
        <p:spPr>
          <a:xfrm>
            <a:off x="3795675" y="509950"/>
            <a:ext cx="1201500" cy="38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300">
                <a:solidFill>
                  <a:srgbClr val="999999"/>
                </a:solidFill>
                <a:latin typeface="Fredoka"/>
                <a:ea typeface="Fredoka"/>
                <a:cs typeface="Fredoka"/>
                <a:sym typeface="Fredoka"/>
              </a:rPr>
              <a:t>Learning</a:t>
            </a:r>
            <a:endParaRPr b="1" sz="1300">
              <a:solidFill>
                <a:srgbClr val="999999"/>
              </a:solidFill>
              <a:latin typeface="Fredoka"/>
              <a:ea typeface="Fredoka"/>
              <a:cs typeface="Fredoka"/>
              <a:sym typeface="Fredoka"/>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g2b917c9f072_0_208"/>
          <p:cNvSpPr txBox="1"/>
          <p:nvPr/>
        </p:nvSpPr>
        <p:spPr>
          <a:xfrm>
            <a:off x="0" y="4729225"/>
            <a:ext cx="19170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999999"/>
                </a:solidFill>
                <a:latin typeface="Fredoka"/>
                <a:ea typeface="Fredoka"/>
                <a:cs typeface="Fredoka"/>
                <a:sym typeface="Fredoka"/>
              </a:rPr>
              <a:t>pockettours.com</a:t>
            </a:r>
            <a:endParaRPr sz="1100">
              <a:solidFill>
                <a:srgbClr val="999999"/>
              </a:solidFill>
              <a:latin typeface="Fredoka"/>
              <a:ea typeface="Fredoka"/>
              <a:cs typeface="Fredoka"/>
              <a:sym typeface="Fredoka"/>
            </a:endParaRPr>
          </a:p>
        </p:txBody>
      </p:sp>
      <p:sp>
        <p:nvSpPr>
          <p:cNvPr id="356" name="Google Shape;356;g2b917c9f072_0_208"/>
          <p:cNvSpPr txBox="1"/>
          <p:nvPr/>
        </p:nvSpPr>
        <p:spPr>
          <a:xfrm>
            <a:off x="8186700" y="4729225"/>
            <a:ext cx="957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999999"/>
                </a:solidFill>
                <a:latin typeface="Fredoka"/>
                <a:ea typeface="Fredoka"/>
                <a:cs typeface="Fredoka"/>
                <a:sym typeface="Fredoka"/>
              </a:rPr>
              <a:t>@2024</a:t>
            </a:r>
            <a:endParaRPr sz="1100">
              <a:solidFill>
                <a:srgbClr val="999999"/>
              </a:solidFill>
              <a:latin typeface="Fredoka"/>
              <a:ea typeface="Fredoka"/>
              <a:cs typeface="Fredoka"/>
              <a:sym typeface="Fredoka"/>
            </a:endParaRPr>
          </a:p>
        </p:txBody>
      </p:sp>
      <p:sp>
        <p:nvSpPr>
          <p:cNvPr id="357" name="Google Shape;357;g2b917c9f072_0_208"/>
          <p:cNvSpPr txBox="1"/>
          <p:nvPr/>
        </p:nvSpPr>
        <p:spPr>
          <a:xfrm>
            <a:off x="3613500" y="4729225"/>
            <a:ext cx="19170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999999"/>
                </a:solidFill>
                <a:latin typeface="Fredoka"/>
                <a:ea typeface="Fredoka"/>
                <a:cs typeface="Fredoka"/>
                <a:sym typeface="Fredoka"/>
              </a:rPr>
              <a:t>city tours in your pocket</a:t>
            </a:r>
            <a:endParaRPr sz="1100">
              <a:solidFill>
                <a:srgbClr val="999999"/>
              </a:solidFill>
              <a:latin typeface="Fredoka"/>
              <a:ea typeface="Fredoka"/>
              <a:cs typeface="Fredoka"/>
              <a:sym typeface="Fredoka"/>
            </a:endParaRPr>
          </a:p>
        </p:txBody>
      </p:sp>
      <p:graphicFrame>
        <p:nvGraphicFramePr>
          <p:cNvPr id="358" name="Google Shape;358;g2b917c9f072_0_208"/>
          <p:cNvGraphicFramePr/>
          <p:nvPr/>
        </p:nvGraphicFramePr>
        <p:xfrm>
          <a:off x="377525" y="917988"/>
          <a:ext cx="3000000" cy="3000000"/>
        </p:xfrm>
        <a:graphic>
          <a:graphicData uri="http://schemas.openxmlformats.org/drawingml/2006/table">
            <a:tbl>
              <a:tblPr>
                <a:noFill/>
                <a:tableStyleId>{AB82C72D-1323-4B15-87D5-FCFD6B99872C}</a:tableStyleId>
              </a:tblPr>
              <a:tblGrid>
                <a:gridCol w="2688850"/>
                <a:gridCol w="2649925"/>
                <a:gridCol w="2727750"/>
              </a:tblGrid>
              <a:tr h="559175">
                <a:tc>
                  <a:txBody>
                    <a:bodyPr/>
                    <a:lstStyle/>
                    <a:p>
                      <a:pPr indent="0" lvl="0" marL="0" rtl="0" algn="ctr">
                        <a:spcBef>
                          <a:spcPts val="0"/>
                        </a:spcBef>
                        <a:spcAft>
                          <a:spcPts val="0"/>
                        </a:spcAft>
                        <a:buNone/>
                      </a:pPr>
                      <a:r>
                        <a:t/>
                      </a:r>
                      <a:endParaRPr/>
                    </a:p>
                  </a:txBody>
                  <a:tcPr marT="91425" marB="91425" marR="91425" marL="91425"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ctr">
                        <a:spcBef>
                          <a:spcPts val="0"/>
                        </a:spcBef>
                        <a:spcAft>
                          <a:spcPts val="0"/>
                        </a:spcAft>
                        <a:buNone/>
                      </a:pPr>
                      <a:r>
                        <a:rPr b="1" lang="en" sz="1500">
                          <a:solidFill>
                            <a:srgbClr val="666666"/>
                          </a:solidFill>
                        </a:rPr>
                        <a:t>Traveler</a:t>
                      </a:r>
                      <a:endParaRPr b="1" sz="1500">
                        <a:solidFill>
                          <a:srgbClr val="666666"/>
                        </a:solidFill>
                      </a:endParaRPr>
                    </a:p>
                  </a:txBody>
                  <a:tcPr marT="91425" marB="91425" marR="91425" marL="91425"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ctr">
                        <a:spcBef>
                          <a:spcPts val="0"/>
                        </a:spcBef>
                        <a:spcAft>
                          <a:spcPts val="0"/>
                        </a:spcAft>
                        <a:buNone/>
                      </a:pPr>
                      <a:r>
                        <a:rPr b="1" lang="en" sz="1500">
                          <a:solidFill>
                            <a:srgbClr val="ED1E44"/>
                          </a:solidFill>
                        </a:rPr>
                        <a:t>Traveler Premium</a:t>
                      </a:r>
                      <a:endParaRPr b="1" sz="1500">
                        <a:solidFill>
                          <a:srgbClr val="ED1E44"/>
                        </a:solidFill>
                      </a:endParaRPr>
                    </a:p>
                  </a:txBody>
                  <a:tcPr marT="91425" marB="91425" marR="91425" marL="91425"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r>
              <a:tr h="481550">
                <a:tc>
                  <a:txBody>
                    <a:bodyPr/>
                    <a:lstStyle/>
                    <a:p>
                      <a:pPr indent="0" lvl="0" marL="0" rtl="0" algn="ctr">
                        <a:spcBef>
                          <a:spcPts val="0"/>
                        </a:spcBef>
                        <a:spcAft>
                          <a:spcPts val="0"/>
                        </a:spcAft>
                        <a:buNone/>
                      </a:pPr>
                      <a:r>
                        <a:rPr lang="en"/>
                        <a:t>Price</a:t>
                      </a:r>
                      <a:endParaRPr/>
                    </a:p>
                  </a:txBody>
                  <a:tcPr marT="91425" marB="91425" marR="91425" marL="91425"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666666"/>
                          </a:solidFill>
                        </a:rPr>
                        <a:t>Free</a:t>
                      </a:r>
                      <a:endParaRPr>
                        <a:solidFill>
                          <a:srgbClr val="666666"/>
                        </a:solidFill>
                      </a:endParaRPr>
                    </a:p>
                  </a:txBody>
                  <a:tcPr marT="91425" marB="91425" marR="91425" marL="91425"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ED1E44"/>
                          </a:solidFill>
                        </a:rPr>
                        <a:t>15€</a:t>
                      </a:r>
                      <a:r>
                        <a:rPr lang="en">
                          <a:solidFill>
                            <a:srgbClr val="ED1E44"/>
                          </a:solidFill>
                        </a:rPr>
                        <a:t>/Year</a:t>
                      </a:r>
                      <a:endParaRPr>
                        <a:solidFill>
                          <a:srgbClr val="ED1E44"/>
                        </a:solidFill>
                      </a:endParaRPr>
                    </a:p>
                  </a:txBody>
                  <a:tcPr marT="91425" marB="91425" marR="91425" marL="91425"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r>
              <a:tr h="481550">
                <a:tc>
                  <a:txBody>
                    <a:bodyPr/>
                    <a:lstStyle/>
                    <a:p>
                      <a:pPr indent="0" lvl="0" marL="0" rtl="0" algn="ctr">
                        <a:spcBef>
                          <a:spcPts val="0"/>
                        </a:spcBef>
                        <a:spcAft>
                          <a:spcPts val="0"/>
                        </a:spcAft>
                        <a:buNone/>
                      </a:pPr>
                      <a:r>
                        <a:rPr lang="en">
                          <a:solidFill>
                            <a:schemeClr val="dk1"/>
                          </a:solidFill>
                        </a:rPr>
                        <a:t>Ads</a:t>
                      </a:r>
                      <a:endParaRPr>
                        <a:solidFill>
                          <a:schemeClr val="dk1"/>
                        </a:solidFill>
                      </a:endParaRPr>
                    </a:p>
                  </a:txBody>
                  <a:tcPr marT="91425" marB="91425" marR="91425" marL="91425"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666666"/>
                          </a:solidFill>
                        </a:rPr>
                        <a:t>Yes</a:t>
                      </a:r>
                      <a:endParaRPr>
                        <a:solidFill>
                          <a:srgbClr val="666666"/>
                        </a:solidFill>
                      </a:endParaRPr>
                    </a:p>
                  </a:txBody>
                  <a:tcPr marT="91425" marB="91425" marR="91425" marL="91425"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ED1E44"/>
                          </a:solidFill>
                        </a:rPr>
                        <a:t>No</a:t>
                      </a:r>
                      <a:endParaRPr>
                        <a:solidFill>
                          <a:srgbClr val="ED1E44"/>
                        </a:solidFill>
                      </a:endParaRPr>
                    </a:p>
                  </a:txBody>
                  <a:tcPr marT="91425" marB="91425" marR="91425" marL="91425"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r>
              <a:tr h="481550">
                <a:tc>
                  <a:txBody>
                    <a:bodyPr/>
                    <a:lstStyle/>
                    <a:p>
                      <a:pPr indent="0" lvl="0" marL="0" rtl="0" algn="ctr">
                        <a:spcBef>
                          <a:spcPts val="0"/>
                        </a:spcBef>
                        <a:spcAft>
                          <a:spcPts val="0"/>
                        </a:spcAft>
                        <a:buNone/>
                      </a:pPr>
                      <a:r>
                        <a:rPr lang="en"/>
                        <a:t>Tour play time</a:t>
                      </a:r>
                      <a:endParaRPr/>
                    </a:p>
                  </a:txBody>
                  <a:tcPr marT="91425" marB="91425" marR="91425" marL="91425"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666666"/>
                          </a:solidFill>
                        </a:rPr>
                        <a:t>48 </a:t>
                      </a:r>
                      <a:r>
                        <a:rPr lang="en">
                          <a:solidFill>
                            <a:srgbClr val="666666"/>
                          </a:solidFill>
                        </a:rPr>
                        <a:t>hours</a:t>
                      </a:r>
                      <a:endParaRPr>
                        <a:solidFill>
                          <a:srgbClr val="666666"/>
                        </a:solidFill>
                      </a:endParaRPr>
                    </a:p>
                  </a:txBody>
                  <a:tcPr marT="91425" marB="91425" marR="91425" marL="91425"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ED1E44"/>
                          </a:solidFill>
                        </a:rPr>
                        <a:t>1 month</a:t>
                      </a:r>
                      <a:endParaRPr>
                        <a:solidFill>
                          <a:srgbClr val="ED1E44"/>
                        </a:solidFill>
                      </a:endParaRPr>
                    </a:p>
                  </a:txBody>
                  <a:tcPr marT="91425" marB="91425" marR="91425" marL="91425"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r>
              <a:tr h="481550">
                <a:tc>
                  <a:txBody>
                    <a:bodyPr/>
                    <a:lstStyle/>
                    <a:p>
                      <a:pPr indent="0" lvl="0" marL="0" rtl="0" algn="ctr">
                        <a:spcBef>
                          <a:spcPts val="0"/>
                        </a:spcBef>
                        <a:spcAft>
                          <a:spcPts val="0"/>
                        </a:spcAft>
                        <a:buNone/>
                      </a:pPr>
                      <a:r>
                        <a:rPr lang="en"/>
                        <a:t>Listen Offline</a:t>
                      </a:r>
                      <a:endParaRPr/>
                    </a:p>
                  </a:txBody>
                  <a:tcPr marT="91425" marB="91425" marR="91425" marL="91425"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666666"/>
                          </a:solidFill>
                        </a:rPr>
                        <a:t>No</a:t>
                      </a:r>
                      <a:endParaRPr>
                        <a:solidFill>
                          <a:srgbClr val="666666"/>
                        </a:solidFill>
                      </a:endParaRPr>
                    </a:p>
                  </a:txBody>
                  <a:tcPr marT="91425" marB="91425" marR="91425" marL="91425"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ED1E44"/>
                          </a:solidFill>
                        </a:rPr>
                        <a:t>Yes</a:t>
                      </a:r>
                      <a:endParaRPr>
                        <a:solidFill>
                          <a:srgbClr val="ED1E44"/>
                        </a:solidFill>
                      </a:endParaRPr>
                    </a:p>
                  </a:txBody>
                  <a:tcPr marT="91425" marB="91425" marR="91425" marL="91425"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r>
              <a:tr h="481550">
                <a:tc>
                  <a:txBody>
                    <a:bodyPr/>
                    <a:lstStyle/>
                    <a:p>
                      <a:pPr indent="0" lvl="0" marL="0" rtl="0" algn="ctr">
                        <a:spcBef>
                          <a:spcPts val="0"/>
                        </a:spcBef>
                        <a:spcAft>
                          <a:spcPts val="0"/>
                        </a:spcAft>
                        <a:buNone/>
                      </a:pPr>
                      <a:r>
                        <a:rPr lang="en"/>
                        <a:t>High audio quality</a:t>
                      </a:r>
                      <a:endParaRPr/>
                    </a:p>
                  </a:txBody>
                  <a:tcPr marT="91425" marB="91425" marR="91425" marL="91425"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666666"/>
                          </a:solidFill>
                        </a:rPr>
                        <a:t>No</a:t>
                      </a:r>
                      <a:endParaRPr>
                        <a:solidFill>
                          <a:srgbClr val="666666"/>
                        </a:solidFill>
                      </a:endParaRPr>
                    </a:p>
                  </a:txBody>
                  <a:tcPr marT="91425" marB="91425" marR="91425" marL="91425"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ED1E44"/>
                          </a:solidFill>
                        </a:rPr>
                        <a:t>Yes</a:t>
                      </a:r>
                      <a:endParaRPr>
                        <a:solidFill>
                          <a:srgbClr val="ED1E44"/>
                        </a:solidFill>
                      </a:endParaRPr>
                    </a:p>
                  </a:txBody>
                  <a:tcPr marT="91425" marB="91425" marR="91425" marL="91425"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r>
              <a:tr h="481550">
                <a:tc>
                  <a:txBody>
                    <a:bodyPr/>
                    <a:lstStyle/>
                    <a:p>
                      <a:pPr indent="0" lvl="0" marL="0" rtl="0" algn="ctr">
                        <a:spcBef>
                          <a:spcPts val="0"/>
                        </a:spcBef>
                        <a:spcAft>
                          <a:spcPts val="0"/>
                        </a:spcAft>
                        <a:buNone/>
                      </a:pPr>
                      <a:r>
                        <a:rPr lang="en"/>
                        <a:t>Discounts</a:t>
                      </a:r>
                      <a:endParaRPr/>
                    </a:p>
                  </a:txBody>
                  <a:tcPr marT="91425" marB="91425" marR="91425" marL="91425"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666666"/>
                          </a:solidFill>
                        </a:rPr>
                        <a:t>No</a:t>
                      </a:r>
                      <a:endParaRPr>
                        <a:solidFill>
                          <a:srgbClr val="666666"/>
                        </a:solidFill>
                      </a:endParaRPr>
                    </a:p>
                  </a:txBody>
                  <a:tcPr marT="91425" marB="91425" marR="91425" marL="91425"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ED1E44"/>
                          </a:solidFill>
                        </a:rPr>
                        <a:t>Yes</a:t>
                      </a:r>
                      <a:endParaRPr>
                        <a:solidFill>
                          <a:srgbClr val="ED1E44"/>
                        </a:solidFill>
                      </a:endParaRPr>
                    </a:p>
                  </a:txBody>
                  <a:tcPr marT="91425" marB="91425" marR="91425" marL="91425"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r>
            </a:tbl>
          </a:graphicData>
        </a:graphic>
      </p:graphicFrame>
      <p:cxnSp>
        <p:nvCxnSpPr>
          <p:cNvPr id="359" name="Google Shape;359;g2b917c9f072_0_208"/>
          <p:cNvCxnSpPr/>
          <p:nvPr/>
        </p:nvCxnSpPr>
        <p:spPr>
          <a:xfrm rot="10800000">
            <a:off x="968400" y="270025"/>
            <a:ext cx="8175600" cy="4800"/>
          </a:xfrm>
          <a:prstGeom prst="straightConnector1">
            <a:avLst/>
          </a:prstGeom>
          <a:noFill/>
          <a:ln cap="flat" cmpd="sng" w="28575">
            <a:solidFill>
              <a:srgbClr val="ED1E44"/>
            </a:solidFill>
            <a:prstDash val="solid"/>
            <a:round/>
            <a:headEnd len="med" w="med" type="none"/>
            <a:tailEnd len="med" w="med" type="none"/>
          </a:ln>
        </p:spPr>
      </p:cxnSp>
      <p:pic>
        <p:nvPicPr>
          <p:cNvPr id="360" name="Google Shape;360;g2b917c9f072_0_208"/>
          <p:cNvPicPr preferRelativeResize="0"/>
          <p:nvPr/>
        </p:nvPicPr>
        <p:blipFill rotWithShape="1">
          <a:blip r:embed="rId3">
            <a:alphaModFix/>
          </a:blip>
          <a:srcRect b="44952" l="23629" r="28117" t="0"/>
          <a:stretch/>
        </p:blipFill>
        <p:spPr>
          <a:xfrm>
            <a:off x="235225" y="181550"/>
            <a:ext cx="572326" cy="551551"/>
          </a:xfrm>
          <a:prstGeom prst="rect">
            <a:avLst/>
          </a:prstGeom>
          <a:noFill/>
          <a:ln>
            <a:noFill/>
          </a:ln>
        </p:spPr>
      </p:pic>
      <p:sp>
        <p:nvSpPr>
          <p:cNvPr id="361" name="Google Shape;361;g2b917c9f072_0_208"/>
          <p:cNvSpPr/>
          <p:nvPr/>
        </p:nvSpPr>
        <p:spPr>
          <a:xfrm>
            <a:off x="953075" y="419100"/>
            <a:ext cx="24425" cy="19050"/>
          </a:xfrm>
          <a:prstGeom prst="flowChartOnlineStorage">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62" name="Google Shape;362;g2b917c9f072_0_208"/>
          <p:cNvSpPr/>
          <p:nvPr/>
        </p:nvSpPr>
        <p:spPr>
          <a:xfrm>
            <a:off x="858750" y="260350"/>
            <a:ext cx="2341800" cy="294900"/>
          </a:xfrm>
          <a:prstGeom prst="roundRect">
            <a:avLst>
              <a:gd fmla="val 11318" name="adj"/>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Fredoka Medium"/>
                <a:ea typeface="Fredoka Medium"/>
                <a:cs typeface="Fredoka Medium"/>
                <a:sym typeface="Fredoka Medium"/>
              </a:rPr>
              <a:t>TRAVELER PREMIUM</a:t>
            </a:r>
            <a:endParaRPr>
              <a:solidFill>
                <a:schemeClr val="lt1"/>
              </a:solidFill>
              <a:latin typeface="Fredoka Medium"/>
              <a:ea typeface="Fredoka Medium"/>
              <a:cs typeface="Fredoka Medium"/>
              <a:sym typeface="Fredoka Medium"/>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g2b8030a1825_0_438"/>
          <p:cNvSpPr txBox="1"/>
          <p:nvPr/>
        </p:nvSpPr>
        <p:spPr>
          <a:xfrm>
            <a:off x="0" y="4729225"/>
            <a:ext cx="19170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999999"/>
                </a:solidFill>
                <a:latin typeface="Fredoka"/>
                <a:ea typeface="Fredoka"/>
                <a:cs typeface="Fredoka"/>
                <a:sym typeface="Fredoka"/>
              </a:rPr>
              <a:t>pockettours.com</a:t>
            </a:r>
            <a:endParaRPr sz="1100">
              <a:solidFill>
                <a:srgbClr val="999999"/>
              </a:solidFill>
              <a:latin typeface="Fredoka"/>
              <a:ea typeface="Fredoka"/>
              <a:cs typeface="Fredoka"/>
              <a:sym typeface="Fredoka"/>
            </a:endParaRPr>
          </a:p>
        </p:txBody>
      </p:sp>
      <p:sp>
        <p:nvSpPr>
          <p:cNvPr id="368" name="Google Shape;368;g2b8030a1825_0_438"/>
          <p:cNvSpPr txBox="1"/>
          <p:nvPr/>
        </p:nvSpPr>
        <p:spPr>
          <a:xfrm>
            <a:off x="8186700" y="4729225"/>
            <a:ext cx="957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999999"/>
                </a:solidFill>
                <a:latin typeface="Fredoka"/>
                <a:ea typeface="Fredoka"/>
                <a:cs typeface="Fredoka"/>
                <a:sym typeface="Fredoka"/>
              </a:rPr>
              <a:t>@2024</a:t>
            </a:r>
            <a:endParaRPr sz="1100">
              <a:solidFill>
                <a:srgbClr val="999999"/>
              </a:solidFill>
              <a:latin typeface="Fredoka"/>
              <a:ea typeface="Fredoka"/>
              <a:cs typeface="Fredoka"/>
              <a:sym typeface="Fredoka"/>
            </a:endParaRPr>
          </a:p>
        </p:txBody>
      </p:sp>
      <p:sp>
        <p:nvSpPr>
          <p:cNvPr id="369" name="Google Shape;369;g2b8030a1825_0_438"/>
          <p:cNvSpPr txBox="1"/>
          <p:nvPr/>
        </p:nvSpPr>
        <p:spPr>
          <a:xfrm>
            <a:off x="3613500" y="4729225"/>
            <a:ext cx="19170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999999"/>
                </a:solidFill>
                <a:latin typeface="Fredoka"/>
                <a:ea typeface="Fredoka"/>
                <a:cs typeface="Fredoka"/>
                <a:sym typeface="Fredoka"/>
              </a:rPr>
              <a:t>city tours in your pocket</a:t>
            </a:r>
            <a:endParaRPr sz="1100">
              <a:solidFill>
                <a:srgbClr val="999999"/>
              </a:solidFill>
              <a:latin typeface="Fredoka"/>
              <a:ea typeface="Fredoka"/>
              <a:cs typeface="Fredoka"/>
              <a:sym typeface="Fredoka"/>
            </a:endParaRPr>
          </a:p>
        </p:txBody>
      </p:sp>
      <p:graphicFrame>
        <p:nvGraphicFramePr>
          <p:cNvPr id="370" name="Google Shape;370;g2b8030a1825_0_438"/>
          <p:cNvGraphicFramePr/>
          <p:nvPr/>
        </p:nvGraphicFramePr>
        <p:xfrm>
          <a:off x="646650" y="620000"/>
          <a:ext cx="3000000" cy="3000000"/>
        </p:xfrm>
        <a:graphic>
          <a:graphicData uri="http://schemas.openxmlformats.org/drawingml/2006/table">
            <a:tbl>
              <a:tblPr>
                <a:noFill/>
                <a:tableStyleId>{AB82C72D-1323-4B15-87D5-FCFD6B99872C}</a:tableStyleId>
              </a:tblPr>
              <a:tblGrid>
                <a:gridCol w="1962675"/>
                <a:gridCol w="1934275"/>
                <a:gridCol w="1991075"/>
                <a:gridCol w="1962675"/>
              </a:tblGrid>
              <a:tr h="559175">
                <a:tc>
                  <a:txBody>
                    <a:bodyPr/>
                    <a:lstStyle/>
                    <a:p>
                      <a:pPr indent="0" lvl="0" marL="0" rtl="0" algn="l">
                        <a:spcBef>
                          <a:spcPts val="0"/>
                        </a:spcBef>
                        <a:spcAft>
                          <a:spcPts val="0"/>
                        </a:spcAft>
                        <a:buNone/>
                      </a:pPr>
                      <a:r>
                        <a:t/>
                      </a:r>
                      <a:endParaRPr/>
                    </a:p>
                  </a:txBody>
                  <a:tcPr marT="91425" marB="91425" marR="91425" marL="91425">
                    <a:lnL cap="flat" cmpd="sng" w="9525">
                      <a:solidFill>
                        <a:schemeClr val="lt1">
                          <a:alpha val="0"/>
                        </a:schemeClr>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9525">
                      <a:solidFill>
                        <a:schemeClr val="lt1">
                          <a:alpha val="0"/>
                        </a:schemeClr>
                      </a:solidFill>
                      <a:prstDash val="solid"/>
                      <a:round/>
                      <a:headEnd len="sm" w="sm" type="none"/>
                      <a:tailEnd len="sm" w="sm" type="none"/>
                    </a:lnT>
                    <a:lnB cap="flat" cmpd="sng" w="9525">
                      <a:solidFill>
                        <a:schemeClr val="lt1">
                          <a:alpha val="0"/>
                        </a:schemeClr>
                      </a:solidFill>
                      <a:prstDash val="solid"/>
                      <a:round/>
                      <a:headEnd len="sm" w="sm" type="none"/>
                      <a:tailEnd len="sm" w="sm" type="none"/>
                    </a:lnB>
                  </a:tcPr>
                </a:tc>
                <a:tc>
                  <a:txBody>
                    <a:bodyPr/>
                    <a:lstStyle/>
                    <a:p>
                      <a:pPr indent="0" lvl="0" marL="0" rtl="0" algn="ctr">
                        <a:spcBef>
                          <a:spcPts val="0"/>
                        </a:spcBef>
                        <a:spcAft>
                          <a:spcPts val="0"/>
                        </a:spcAft>
                        <a:buNone/>
                      </a:pPr>
                      <a:r>
                        <a:t/>
                      </a:r>
                      <a:endParaRPr/>
                    </a:p>
                    <a:p>
                      <a:pPr indent="0" lvl="0" marL="0" rtl="0" algn="ctr">
                        <a:spcBef>
                          <a:spcPts val="0"/>
                        </a:spcBef>
                        <a:spcAft>
                          <a:spcPts val="0"/>
                        </a:spcAft>
                        <a:buNone/>
                      </a:pPr>
                      <a:r>
                        <a:rPr b="1" lang="en" sz="1700">
                          <a:solidFill>
                            <a:srgbClr val="ED1E44"/>
                          </a:solidFill>
                        </a:rPr>
                        <a:t>Pocket Tours</a:t>
                      </a:r>
                      <a:endParaRPr b="1" sz="1700">
                        <a:solidFill>
                          <a:srgbClr val="ED1E44"/>
                        </a:solidFill>
                      </a:endParaRPr>
                    </a:p>
                  </a:txBody>
                  <a:tcPr marT="91425" marB="91425" marR="91425" marL="91425">
                    <a:lnL cap="flat" cmpd="sng" w="9525">
                      <a:solidFill>
                        <a:schemeClr val="lt1">
                          <a:alpha val="0"/>
                        </a:schemeClr>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9525">
                      <a:solidFill>
                        <a:schemeClr val="lt1">
                          <a:alpha val="0"/>
                        </a:schemeClr>
                      </a:solidFill>
                      <a:prstDash val="solid"/>
                      <a:round/>
                      <a:headEnd len="sm" w="sm" type="none"/>
                      <a:tailEnd len="sm" w="sm" type="none"/>
                    </a:lnT>
                    <a:lnB cap="flat" cmpd="sng" w="952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a:solidFill>
                          <a:srgbClr val="666666"/>
                        </a:solidFill>
                      </a:endParaRPr>
                    </a:p>
                    <a:p>
                      <a:pPr indent="0" lvl="0" marL="0" rtl="0" algn="ctr">
                        <a:spcBef>
                          <a:spcPts val="0"/>
                        </a:spcBef>
                        <a:spcAft>
                          <a:spcPts val="0"/>
                        </a:spcAft>
                        <a:buNone/>
                      </a:pPr>
                      <a:r>
                        <a:rPr lang="en">
                          <a:solidFill>
                            <a:srgbClr val="666666"/>
                          </a:solidFill>
                        </a:rPr>
                        <a:t>Free Tours</a:t>
                      </a:r>
                      <a:endParaRPr>
                        <a:solidFill>
                          <a:srgbClr val="666666"/>
                        </a:solidFill>
                      </a:endParaRPr>
                    </a:p>
                  </a:txBody>
                  <a:tcPr marT="91425" marB="91425" marR="91425" marL="91425">
                    <a:lnL cap="flat" cmpd="sng" w="9525">
                      <a:solidFill>
                        <a:schemeClr val="lt1">
                          <a:alpha val="0"/>
                        </a:schemeClr>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9525">
                      <a:solidFill>
                        <a:schemeClr val="lt1">
                          <a:alpha val="0"/>
                        </a:schemeClr>
                      </a:solidFill>
                      <a:prstDash val="solid"/>
                      <a:round/>
                      <a:headEnd len="sm" w="sm" type="none"/>
                      <a:tailEnd len="sm" w="sm" type="none"/>
                    </a:lnT>
                    <a:lnB cap="flat" cmpd="sng" w="952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a:solidFill>
                          <a:srgbClr val="666666"/>
                        </a:solidFill>
                      </a:endParaRPr>
                    </a:p>
                    <a:p>
                      <a:pPr indent="0" lvl="0" marL="0" rtl="0" algn="ctr">
                        <a:spcBef>
                          <a:spcPts val="0"/>
                        </a:spcBef>
                        <a:spcAft>
                          <a:spcPts val="0"/>
                        </a:spcAft>
                        <a:buNone/>
                      </a:pPr>
                      <a:r>
                        <a:rPr lang="en">
                          <a:solidFill>
                            <a:srgbClr val="666666"/>
                          </a:solidFill>
                        </a:rPr>
                        <a:t>Traditional tours</a:t>
                      </a:r>
                      <a:endParaRPr>
                        <a:solidFill>
                          <a:srgbClr val="666666"/>
                        </a:solidFill>
                      </a:endParaRPr>
                    </a:p>
                  </a:txBody>
                  <a:tcPr marT="91425" marB="91425" marR="91425" marL="91425">
                    <a:lnL cap="flat" cmpd="sng" w="9525">
                      <a:solidFill>
                        <a:schemeClr val="lt1">
                          <a:alpha val="0"/>
                        </a:schemeClr>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9525">
                      <a:solidFill>
                        <a:schemeClr val="lt1">
                          <a:alpha val="0"/>
                        </a:schemeClr>
                      </a:solidFill>
                      <a:prstDash val="solid"/>
                      <a:round/>
                      <a:headEnd len="sm" w="sm" type="none"/>
                      <a:tailEnd len="sm" w="sm" type="none"/>
                    </a:lnT>
                    <a:lnB cap="flat" cmpd="sng" w="9525">
                      <a:solidFill>
                        <a:schemeClr val="lt1">
                          <a:alpha val="0"/>
                        </a:schemeClr>
                      </a:solidFill>
                      <a:prstDash val="solid"/>
                      <a:round/>
                      <a:headEnd len="sm" w="sm" type="none"/>
                      <a:tailEnd len="sm" w="sm" type="none"/>
                    </a:lnB>
                  </a:tcPr>
                </a:tc>
              </a:tr>
              <a:tr h="481550">
                <a:tc>
                  <a:txBody>
                    <a:bodyPr/>
                    <a:lstStyle/>
                    <a:p>
                      <a:pPr indent="0" lvl="0" marL="0" rtl="0" algn="ctr">
                        <a:spcBef>
                          <a:spcPts val="0"/>
                        </a:spcBef>
                        <a:spcAft>
                          <a:spcPts val="0"/>
                        </a:spcAft>
                        <a:buNone/>
                      </a:pPr>
                      <a:r>
                        <a:rPr lang="en">
                          <a:solidFill>
                            <a:srgbClr val="434343"/>
                          </a:solidFill>
                          <a:latin typeface="Fredoka"/>
                          <a:ea typeface="Fredoka"/>
                          <a:cs typeface="Fredoka"/>
                          <a:sym typeface="Fredoka"/>
                        </a:rPr>
                        <a:t>Price</a:t>
                      </a:r>
                      <a:endParaRPr>
                        <a:solidFill>
                          <a:srgbClr val="434343"/>
                        </a:solidFill>
                        <a:latin typeface="Fredoka"/>
                        <a:ea typeface="Fredoka"/>
                        <a:cs typeface="Fredoka"/>
                        <a:sym typeface="Fredoka"/>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alpha val="0"/>
                        </a:schemeClr>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ED1E44"/>
                          </a:solidFill>
                        </a:rPr>
                        <a:t>1</a:t>
                      </a:r>
                      <a:r>
                        <a:rPr lang="en">
                          <a:solidFill>
                            <a:srgbClr val="ED1E44"/>
                          </a:solidFill>
                        </a:rPr>
                        <a:t>€</a:t>
                      </a:r>
                      <a:r>
                        <a:rPr lang="en">
                          <a:solidFill>
                            <a:srgbClr val="ED1E44"/>
                          </a:solidFill>
                        </a:rPr>
                        <a:t>-5</a:t>
                      </a:r>
                      <a:r>
                        <a:rPr lang="en">
                          <a:solidFill>
                            <a:srgbClr val="ED1E44"/>
                          </a:solidFill>
                        </a:rPr>
                        <a:t>€</a:t>
                      </a:r>
                      <a:endParaRPr sz="1600">
                        <a:solidFill>
                          <a:srgbClr val="ED1E44"/>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alpha val="0"/>
                        </a:schemeClr>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666666"/>
                          </a:solidFill>
                        </a:rPr>
                        <a:t>15€-20</a:t>
                      </a:r>
                      <a:r>
                        <a:rPr lang="en">
                          <a:solidFill>
                            <a:srgbClr val="666666"/>
                          </a:solidFill>
                        </a:rPr>
                        <a:t>€</a:t>
                      </a:r>
                      <a:endParaRPr sz="1600">
                        <a:solidFill>
                          <a:srgbClr val="666666"/>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alpha val="0"/>
                        </a:schemeClr>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666666"/>
                          </a:solidFill>
                        </a:rPr>
                        <a:t>50€-250€</a:t>
                      </a:r>
                      <a:endParaRPr>
                        <a:solidFill>
                          <a:srgbClr val="666666"/>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alpha val="0"/>
                        </a:schemeClr>
                      </a:solidFill>
                      <a:prstDash val="solid"/>
                      <a:round/>
                      <a:headEnd len="sm" w="sm" type="none"/>
                      <a:tailEnd len="sm" w="sm" type="none"/>
                    </a:lnT>
                    <a:lnB cap="flat" cmpd="sng" w="9525">
                      <a:solidFill>
                        <a:schemeClr val="lt1"/>
                      </a:solidFill>
                      <a:prstDash val="solid"/>
                      <a:round/>
                      <a:headEnd len="sm" w="sm" type="none"/>
                      <a:tailEnd len="sm" w="sm" type="none"/>
                    </a:lnB>
                  </a:tcPr>
                </a:tc>
              </a:tr>
              <a:tr h="481550">
                <a:tc>
                  <a:txBody>
                    <a:bodyPr/>
                    <a:lstStyle/>
                    <a:p>
                      <a:pPr indent="0" lvl="0" marL="0" rtl="0" algn="ctr">
                        <a:spcBef>
                          <a:spcPts val="0"/>
                        </a:spcBef>
                        <a:spcAft>
                          <a:spcPts val="0"/>
                        </a:spcAft>
                        <a:buNone/>
                      </a:pPr>
                      <a:r>
                        <a:rPr lang="en">
                          <a:solidFill>
                            <a:srgbClr val="434343"/>
                          </a:solidFill>
                        </a:rPr>
                        <a:t>Convenience </a:t>
                      </a:r>
                      <a:endParaRPr>
                        <a:solidFill>
                          <a:srgbClr val="434343"/>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ED1E44"/>
                          </a:solidFill>
                        </a:rPr>
                        <a:t>Always</a:t>
                      </a:r>
                      <a:endParaRPr>
                        <a:solidFill>
                          <a:srgbClr val="ED1E44"/>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666666"/>
                          </a:solidFill>
                        </a:rPr>
                        <a:t>Not much</a:t>
                      </a:r>
                      <a:endParaRPr>
                        <a:solidFill>
                          <a:srgbClr val="666666"/>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666666"/>
                          </a:solidFill>
                        </a:rPr>
                        <a:t>Not much</a:t>
                      </a:r>
                      <a:endParaRPr>
                        <a:solidFill>
                          <a:srgbClr val="666666"/>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481550">
                <a:tc>
                  <a:txBody>
                    <a:bodyPr/>
                    <a:lstStyle/>
                    <a:p>
                      <a:pPr indent="0" lvl="0" marL="0" rtl="0" algn="ctr">
                        <a:spcBef>
                          <a:spcPts val="0"/>
                        </a:spcBef>
                        <a:spcAft>
                          <a:spcPts val="0"/>
                        </a:spcAft>
                        <a:buNone/>
                      </a:pPr>
                      <a:r>
                        <a:rPr lang="en">
                          <a:solidFill>
                            <a:srgbClr val="434343"/>
                          </a:solidFill>
                        </a:rPr>
                        <a:t>Possibilities</a:t>
                      </a:r>
                      <a:endParaRPr>
                        <a:solidFill>
                          <a:srgbClr val="434343"/>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ED1E44"/>
                          </a:solidFill>
                        </a:rPr>
                        <a:t>Endless</a:t>
                      </a:r>
                      <a:endParaRPr>
                        <a:solidFill>
                          <a:srgbClr val="ED1E44"/>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666666"/>
                          </a:solidFill>
                        </a:rPr>
                        <a:t>Limited</a:t>
                      </a:r>
                      <a:endParaRPr>
                        <a:solidFill>
                          <a:srgbClr val="666666"/>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666666"/>
                          </a:solidFill>
                        </a:rPr>
                        <a:t>OK</a:t>
                      </a:r>
                      <a:endParaRPr>
                        <a:solidFill>
                          <a:srgbClr val="666666"/>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481550">
                <a:tc>
                  <a:txBody>
                    <a:bodyPr/>
                    <a:lstStyle/>
                    <a:p>
                      <a:pPr indent="0" lvl="0" marL="0" rtl="0" algn="ctr">
                        <a:spcBef>
                          <a:spcPts val="0"/>
                        </a:spcBef>
                        <a:spcAft>
                          <a:spcPts val="0"/>
                        </a:spcAft>
                        <a:buNone/>
                      </a:pPr>
                      <a:r>
                        <a:rPr lang="en">
                          <a:solidFill>
                            <a:srgbClr val="434343"/>
                          </a:solidFill>
                        </a:rPr>
                        <a:t>Accessibility</a:t>
                      </a:r>
                      <a:endParaRPr>
                        <a:solidFill>
                          <a:srgbClr val="434343"/>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ED1E44"/>
                          </a:solidFill>
                        </a:rPr>
                        <a:t>2 clics, one tour</a:t>
                      </a:r>
                      <a:endParaRPr>
                        <a:solidFill>
                          <a:srgbClr val="ED1E44"/>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666666"/>
                          </a:solidFill>
                        </a:rPr>
                        <a:t>Not good</a:t>
                      </a:r>
                      <a:endParaRPr>
                        <a:solidFill>
                          <a:srgbClr val="666666"/>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666666"/>
                          </a:solidFill>
                        </a:rPr>
                        <a:t>Not good</a:t>
                      </a:r>
                      <a:endParaRPr>
                        <a:solidFill>
                          <a:srgbClr val="666666"/>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481550">
                <a:tc>
                  <a:txBody>
                    <a:bodyPr/>
                    <a:lstStyle/>
                    <a:p>
                      <a:pPr indent="0" lvl="0" marL="0" rtl="0" algn="ctr">
                        <a:spcBef>
                          <a:spcPts val="0"/>
                        </a:spcBef>
                        <a:spcAft>
                          <a:spcPts val="0"/>
                        </a:spcAft>
                        <a:buNone/>
                      </a:pPr>
                      <a:r>
                        <a:rPr lang="en">
                          <a:solidFill>
                            <a:srgbClr val="434343"/>
                          </a:solidFill>
                        </a:rPr>
                        <a:t>Awareness</a:t>
                      </a:r>
                      <a:endParaRPr>
                        <a:solidFill>
                          <a:srgbClr val="434343"/>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ED1E44"/>
                          </a:solidFill>
                        </a:rPr>
                        <a:t>Could be huge</a:t>
                      </a:r>
                      <a:endParaRPr>
                        <a:solidFill>
                          <a:srgbClr val="ED1E44"/>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666666"/>
                          </a:solidFill>
                        </a:rPr>
                        <a:t>Not much</a:t>
                      </a:r>
                      <a:endParaRPr>
                        <a:solidFill>
                          <a:srgbClr val="666666"/>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666666"/>
                          </a:solidFill>
                        </a:rPr>
                        <a:t>Common</a:t>
                      </a:r>
                      <a:endParaRPr>
                        <a:solidFill>
                          <a:srgbClr val="666666"/>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481550">
                <a:tc>
                  <a:txBody>
                    <a:bodyPr/>
                    <a:lstStyle/>
                    <a:p>
                      <a:pPr indent="0" lvl="0" marL="0" rtl="0" algn="ctr">
                        <a:spcBef>
                          <a:spcPts val="0"/>
                        </a:spcBef>
                        <a:spcAft>
                          <a:spcPts val="0"/>
                        </a:spcAft>
                        <a:buNone/>
                      </a:pPr>
                      <a:r>
                        <a:rPr lang="en">
                          <a:solidFill>
                            <a:srgbClr val="434343"/>
                          </a:solidFill>
                        </a:rPr>
                        <a:t>Safety</a:t>
                      </a:r>
                      <a:endParaRPr>
                        <a:solidFill>
                          <a:srgbClr val="434343"/>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ED1E44"/>
                          </a:solidFill>
                        </a:rPr>
                        <a:t>Great</a:t>
                      </a:r>
                      <a:endParaRPr>
                        <a:solidFill>
                          <a:srgbClr val="ED1E44"/>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666666"/>
                          </a:solidFill>
                        </a:rPr>
                        <a:t>Risky</a:t>
                      </a:r>
                      <a:endParaRPr>
                        <a:solidFill>
                          <a:srgbClr val="666666"/>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666666"/>
                          </a:solidFill>
                        </a:rPr>
                        <a:t>Good</a:t>
                      </a:r>
                      <a:endParaRPr>
                        <a:solidFill>
                          <a:srgbClr val="666666"/>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481550">
                <a:tc>
                  <a:txBody>
                    <a:bodyPr/>
                    <a:lstStyle/>
                    <a:p>
                      <a:pPr indent="0" lvl="0" marL="0" rtl="0" algn="ctr">
                        <a:spcBef>
                          <a:spcPts val="0"/>
                        </a:spcBef>
                        <a:spcAft>
                          <a:spcPts val="0"/>
                        </a:spcAft>
                        <a:buNone/>
                      </a:pPr>
                      <a:r>
                        <a:rPr lang="en">
                          <a:solidFill>
                            <a:srgbClr val="434343"/>
                          </a:solidFill>
                        </a:rPr>
                        <a:t>Personal contact</a:t>
                      </a:r>
                      <a:endParaRPr>
                        <a:solidFill>
                          <a:srgbClr val="434343"/>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ED1E44"/>
                          </a:solidFill>
                        </a:rPr>
                        <a:t>None</a:t>
                      </a:r>
                      <a:endParaRPr>
                        <a:solidFill>
                          <a:srgbClr val="ED1E44"/>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666666"/>
                          </a:solidFill>
                        </a:rPr>
                        <a:t>Good</a:t>
                      </a:r>
                      <a:endParaRPr>
                        <a:solidFill>
                          <a:srgbClr val="666666"/>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666666"/>
                          </a:solidFill>
                        </a:rPr>
                        <a:t>Personalized</a:t>
                      </a:r>
                      <a:endParaRPr>
                        <a:solidFill>
                          <a:srgbClr val="666666"/>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bl>
          </a:graphicData>
        </a:graphic>
      </p:graphicFrame>
      <p:cxnSp>
        <p:nvCxnSpPr>
          <p:cNvPr id="371" name="Google Shape;371;g2b8030a1825_0_438"/>
          <p:cNvCxnSpPr/>
          <p:nvPr/>
        </p:nvCxnSpPr>
        <p:spPr>
          <a:xfrm rot="10800000">
            <a:off x="968400" y="270025"/>
            <a:ext cx="8175600" cy="4800"/>
          </a:xfrm>
          <a:prstGeom prst="straightConnector1">
            <a:avLst/>
          </a:prstGeom>
          <a:noFill/>
          <a:ln cap="flat" cmpd="sng" w="28575">
            <a:solidFill>
              <a:srgbClr val="ED1E44"/>
            </a:solidFill>
            <a:prstDash val="solid"/>
            <a:round/>
            <a:headEnd len="med" w="med" type="none"/>
            <a:tailEnd len="med" w="med" type="none"/>
          </a:ln>
        </p:spPr>
      </p:cxnSp>
      <p:pic>
        <p:nvPicPr>
          <p:cNvPr id="372" name="Google Shape;372;g2b8030a1825_0_438"/>
          <p:cNvPicPr preferRelativeResize="0"/>
          <p:nvPr/>
        </p:nvPicPr>
        <p:blipFill rotWithShape="1">
          <a:blip r:embed="rId3">
            <a:alphaModFix/>
          </a:blip>
          <a:srcRect b="44952" l="23629" r="28117" t="0"/>
          <a:stretch/>
        </p:blipFill>
        <p:spPr>
          <a:xfrm>
            <a:off x="235225" y="181550"/>
            <a:ext cx="572326" cy="551551"/>
          </a:xfrm>
          <a:prstGeom prst="rect">
            <a:avLst/>
          </a:prstGeom>
          <a:noFill/>
          <a:ln>
            <a:noFill/>
          </a:ln>
        </p:spPr>
      </p:pic>
      <p:sp>
        <p:nvSpPr>
          <p:cNvPr id="373" name="Google Shape;373;g2b8030a1825_0_438"/>
          <p:cNvSpPr/>
          <p:nvPr/>
        </p:nvSpPr>
        <p:spPr>
          <a:xfrm>
            <a:off x="953075" y="419100"/>
            <a:ext cx="24425" cy="19050"/>
          </a:xfrm>
          <a:prstGeom prst="flowChartOnlineStorage">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74" name="Google Shape;374;g2b8030a1825_0_438"/>
          <p:cNvSpPr/>
          <p:nvPr/>
        </p:nvSpPr>
        <p:spPr>
          <a:xfrm>
            <a:off x="858750" y="260350"/>
            <a:ext cx="2649600" cy="294900"/>
          </a:xfrm>
          <a:prstGeom prst="roundRect">
            <a:avLst>
              <a:gd fmla="val 11318" name="adj"/>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Fredoka Medium"/>
                <a:ea typeface="Fredoka Medium"/>
                <a:cs typeface="Fredoka Medium"/>
                <a:sym typeface="Fredoka Medium"/>
              </a:rPr>
              <a:t>TRADITIONAL ALTERNATIVES</a:t>
            </a:r>
            <a:endParaRPr>
              <a:solidFill>
                <a:schemeClr val="lt1"/>
              </a:solidFill>
              <a:latin typeface="Fredoka Medium"/>
              <a:ea typeface="Fredoka Medium"/>
              <a:cs typeface="Fredoka Medium"/>
              <a:sym typeface="Fredoka Medium"/>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g2c85a75c8d9_0_0"/>
          <p:cNvSpPr txBox="1"/>
          <p:nvPr/>
        </p:nvSpPr>
        <p:spPr>
          <a:xfrm>
            <a:off x="0" y="4729225"/>
            <a:ext cx="1917000" cy="354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999999"/>
                </a:solidFill>
                <a:latin typeface="Fredoka"/>
                <a:ea typeface="Fredoka"/>
                <a:cs typeface="Fredoka"/>
                <a:sym typeface="Fredoka"/>
              </a:rPr>
              <a:t>pockettours.com</a:t>
            </a:r>
            <a:endParaRPr b="0" i="0" sz="1100" u="none" cap="none" strike="noStrike">
              <a:solidFill>
                <a:srgbClr val="999999"/>
              </a:solidFill>
              <a:latin typeface="Fredoka"/>
              <a:ea typeface="Fredoka"/>
              <a:cs typeface="Fredoka"/>
              <a:sym typeface="Fredoka"/>
            </a:endParaRPr>
          </a:p>
        </p:txBody>
      </p:sp>
      <p:sp>
        <p:nvSpPr>
          <p:cNvPr id="380" name="Google Shape;380;g2c85a75c8d9_0_0"/>
          <p:cNvSpPr txBox="1"/>
          <p:nvPr/>
        </p:nvSpPr>
        <p:spPr>
          <a:xfrm>
            <a:off x="8186700" y="4729225"/>
            <a:ext cx="957300" cy="354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999999"/>
                </a:solidFill>
                <a:latin typeface="Fredoka"/>
                <a:ea typeface="Fredoka"/>
                <a:cs typeface="Fredoka"/>
                <a:sym typeface="Fredoka"/>
              </a:rPr>
              <a:t>@2024</a:t>
            </a:r>
            <a:endParaRPr b="0" i="0" sz="1100" u="none" cap="none" strike="noStrike">
              <a:solidFill>
                <a:srgbClr val="999999"/>
              </a:solidFill>
              <a:latin typeface="Fredoka"/>
              <a:ea typeface="Fredoka"/>
              <a:cs typeface="Fredoka"/>
              <a:sym typeface="Fredoka"/>
            </a:endParaRPr>
          </a:p>
        </p:txBody>
      </p:sp>
      <p:sp>
        <p:nvSpPr>
          <p:cNvPr id="381" name="Google Shape;381;g2c85a75c8d9_0_0"/>
          <p:cNvSpPr txBox="1"/>
          <p:nvPr/>
        </p:nvSpPr>
        <p:spPr>
          <a:xfrm>
            <a:off x="3613500" y="4729225"/>
            <a:ext cx="1917000" cy="354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999999"/>
                </a:solidFill>
                <a:latin typeface="Fredoka"/>
                <a:ea typeface="Fredoka"/>
                <a:cs typeface="Fredoka"/>
                <a:sym typeface="Fredoka"/>
              </a:rPr>
              <a:t>city tours in your pocket</a:t>
            </a:r>
            <a:endParaRPr b="0" i="0" sz="1100" u="none" cap="none" strike="noStrike">
              <a:solidFill>
                <a:srgbClr val="999999"/>
              </a:solidFill>
              <a:latin typeface="Fredoka"/>
              <a:ea typeface="Fredoka"/>
              <a:cs typeface="Fredoka"/>
              <a:sym typeface="Fredoka"/>
            </a:endParaRPr>
          </a:p>
        </p:txBody>
      </p:sp>
      <p:cxnSp>
        <p:nvCxnSpPr>
          <p:cNvPr id="382" name="Google Shape;382;g2c85a75c8d9_0_0"/>
          <p:cNvCxnSpPr/>
          <p:nvPr/>
        </p:nvCxnSpPr>
        <p:spPr>
          <a:xfrm rot="10800000">
            <a:off x="968400" y="270025"/>
            <a:ext cx="8175600" cy="4800"/>
          </a:xfrm>
          <a:prstGeom prst="straightConnector1">
            <a:avLst/>
          </a:prstGeom>
          <a:noFill/>
          <a:ln cap="flat" cmpd="sng" w="28575">
            <a:solidFill>
              <a:srgbClr val="ED1E44"/>
            </a:solidFill>
            <a:prstDash val="solid"/>
            <a:round/>
            <a:headEnd len="sm" w="sm" type="none"/>
            <a:tailEnd len="sm" w="sm" type="none"/>
          </a:ln>
        </p:spPr>
      </p:cxnSp>
      <p:pic>
        <p:nvPicPr>
          <p:cNvPr id="383" name="Google Shape;383;g2c85a75c8d9_0_0"/>
          <p:cNvPicPr preferRelativeResize="0"/>
          <p:nvPr/>
        </p:nvPicPr>
        <p:blipFill rotWithShape="1">
          <a:blip r:embed="rId3">
            <a:alphaModFix/>
          </a:blip>
          <a:srcRect b="44952" l="23629" r="28117" t="0"/>
          <a:stretch/>
        </p:blipFill>
        <p:spPr>
          <a:xfrm>
            <a:off x="235225" y="181550"/>
            <a:ext cx="572326" cy="551551"/>
          </a:xfrm>
          <a:prstGeom prst="rect">
            <a:avLst/>
          </a:prstGeom>
          <a:noFill/>
          <a:ln>
            <a:noFill/>
          </a:ln>
        </p:spPr>
      </p:pic>
      <p:sp>
        <p:nvSpPr>
          <p:cNvPr id="384" name="Google Shape;384;g2c85a75c8d9_0_0"/>
          <p:cNvSpPr/>
          <p:nvPr/>
        </p:nvSpPr>
        <p:spPr>
          <a:xfrm>
            <a:off x="953075" y="419100"/>
            <a:ext cx="24425" cy="19050"/>
          </a:xfrm>
          <a:prstGeom prst="flowChartOnlineStorage">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85" name="Google Shape;385;g2c85a75c8d9_0_0"/>
          <p:cNvSpPr/>
          <p:nvPr/>
        </p:nvSpPr>
        <p:spPr>
          <a:xfrm>
            <a:off x="858750" y="260350"/>
            <a:ext cx="1998900" cy="294900"/>
          </a:xfrm>
          <a:prstGeom prst="roundRect">
            <a:avLst>
              <a:gd fmla="val 11318" name="adj"/>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a:solidFill>
                  <a:schemeClr val="lt1"/>
                </a:solidFill>
                <a:latin typeface="Fredoka Medium"/>
                <a:ea typeface="Fredoka Medium"/>
                <a:cs typeface="Fredoka Medium"/>
                <a:sym typeface="Fredoka Medium"/>
              </a:rPr>
              <a:t>Competition</a:t>
            </a:r>
            <a:endParaRPr b="0" i="0" sz="1400" u="none" cap="none" strike="noStrike">
              <a:solidFill>
                <a:schemeClr val="lt1"/>
              </a:solidFill>
              <a:latin typeface="Fredoka Medium"/>
              <a:ea typeface="Fredoka Medium"/>
              <a:cs typeface="Fredoka Medium"/>
              <a:sym typeface="Fredoka Medium"/>
            </a:endParaRPr>
          </a:p>
        </p:txBody>
      </p:sp>
      <p:sp>
        <p:nvSpPr>
          <p:cNvPr id="386" name="Google Shape;386;g2c85a75c8d9_0_0"/>
          <p:cNvSpPr txBox="1"/>
          <p:nvPr/>
        </p:nvSpPr>
        <p:spPr>
          <a:xfrm>
            <a:off x="295500" y="820263"/>
            <a:ext cx="4276500" cy="233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rgbClr val="9E9E9E"/>
                </a:solidFill>
                <a:latin typeface="Inter"/>
                <a:ea typeface="Inter"/>
                <a:cs typeface="Inter"/>
                <a:sym typeface="Inter"/>
              </a:rPr>
              <a:t>Traditional Tours:</a:t>
            </a:r>
            <a:endParaRPr sz="1300">
              <a:solidFill>
                <a:schemeClr val="dk2"/>
              </a:solidFill>
              <a:latin typeface="Inter"/>
              <a:ea typeface="Inter"/>
              <a:cs typeface="Inter"/>
              <a:sym typeface="Inter"/>
            </a:endParaRPr>
          </a:p>
          <a:p>
            <a:pPr indent="0" lvl="0" marL="0" rtl="0" algn="just">
              <a:spcBef>
                <a:spcPts val="0"/>
              </a:spcBef>
              <a:spcAft>
                <a:spcPts val="0"/>
              </a:spcAft>
              <a:buNone/>
            </a:pPr>
            <a:r>
              <a:rPr lang="en" sz="1300">
                <a:solidFill>
                  <a:schemeClr val="dk2"/>
                </a:solidFill>
                <a:latin typeface="Inter"/>
                <a:ea typeface="Inter"/>
                <a:cs typeface="Inter"/>
                <a:sym typeface="Inter"/>
              </a:rPr>
              <a:t>Tours organized by travel agencies or specialized companies, with professional tour guides.</a:t>
            </a:r>
            <a:endParaRPr sz="1300">
              <a:solidFill>
                <a:schemeClr val="dk2"/>
              </a:solidFill>
              <a:latin typeface="Inter"/>
              <a:ea typeface="Inter"/>
              <a:cs typeface="Inter"/>
              <a:sym typeface="Inter"/>
            </a:endParaRPr>
          </a:p>
          <a:p>
            <a:pPr indent="0" lvl="0" marL="0" rtl="0" algn="just">
              <a:spcBef>
                <a:spcPts val="0"/>
              </a:spcBef>
              <a:spcAft>
                <a:spcPts val="0"/>
              </a:spcAft>
              <a:buNone/>
            </a:pPr>
            <a:r>
              <a:rPr lang="en" sz="1300">
                <a:solidFill>
                  <a:schemeClr val="dk2"/>
                </a:solidFill>
                <a:latin typeface="Inter"/>
                <a:ea typeface="Inter"/>
                <a:cs typeface="Inter"/>
                <a:sym typeface="Inter"/>
              </a:rPr>
              <a:t>Advantages: They provide a guided experience with detailed information.</a:t>
            </a:r>
            <a:endParaRPr sz="1300">
              <a:solidFill>
                <a:schemeClr val="dk2"/>
              </a:solidFill>
              <a:latin typeface="Inter"/>
              <a:ea typeface="Inter"/>
              <a:cs typeface="Inter"/>
              <a:sym typeface="Inter"/>
            </a:endParaRPr>
          </a:p>
          <a:p>
            <a:pPr indent="0" lvl="0" marL="0" rtl="0" algn="just">
              <a:spcBef>
                <a:spcPts val="0"/>
              </a:spcBef>
              <a:spcAft>
                <a:spcPts val="0"/>
              </a:spcAft>
              <a:buNone/>
            </a:pPr>
            <a:r>
              <a:rPr lang="en" sz="1300">
                <a:solidFill>
                  <a:schemeClr val="dk2"/>
                </a:solidFill>
                <a:latin typeface="Inter"/>
                <a:ea typeface="Inter"/>
                <a:cs typeface="Inter"/>
                <a:sym typeface="Inter"/>
              </a:rPr>
              <a:t>Limitations: High costs, fixed schedules, and lack of customization.</a:t>
            </a:r>
            <a:endParaRPr sz="1300">
              <a:solidFill>
                <a:schemeClr val="dk2"/>
              </a:solidFill>
              <a:latin typeface="Inter"/>
              <a:ea typeface="Inter"/>
              <a:cs typeface="Inter"/>
              <a:sym typeface="Inter"/>
            </a:endParaRPr>
          </a:p>
          <a:p>
            <a:pPr indent="0" lvl="0" marL="0" rtl="0" algn="just">
              <a:spcBef>
                <a:spcPts val="0"/>
              </a:spcBef>
              <a:spcAft>
                <a:spcPts val="0"/>
              </a:spcAft>
              <a:buNone/>
            </a:pPr>
            <a:r>
              <a:rPr lang="en" sz="1300">
                <a:solidFill>
                  <a:srgbClr val="999999"/>
                </a:solidFill>
                <a:latin typeface="Inter"/>
                <a:ea typeface="Inter"/>
                <a:cs typeface="Inter"/>
                <a:sym typeface="Inter"/>
              </a:rPr>
              <a:t>Ex: Civitatis; Exodus Travel; Trafalgar</a:t>
            </a:r>
            <a:endParaRPr sz="1300">
              <a:solidFill>
                <a:srgbClr val="999999"/>
              </a:solidFill>
              <a:latin typeface="Inter"/>
              <a:ea typeface="Inter"/>
              <a:cs typeface="Inter"/>
              <a:sym typeface="Inter"/>
            </a:endParaRPr>
          </a:p>
          <a:p>
            <a:pPr indent="0" lvl="0" marL="0" rtl="0" algn="just">
              <a:spcBef>
                <a:spcPts val="0"/>
              </a:spcBef>
              <a:spcAft>
                <a:spcPts val="0"/>
              </a:spcAft>
              <a:buNone/>
            </a:pPr>
            <a:r>
              <a:t/>
            </a:r>
            <a:endParaRPr sz="1300">
              <a:solidFill>
                <a:schemeClr val="dk2"/>
              </a:solidFill>
              <a:latin typeface="Inter"/>
              <a:ea typeface="Inter"/>
              <a:cs typeface="Inter"/>
              <a:sym typeface="Inter"/>
            </a:endParaRPr>
          </a:p>
          <a:p>
            <a:pPr indent="0" lvl="0" marL="0" rtl="0" algn="l">
              <a:spcBef>
                <a:spcPts val="0"/>
              </a:spcBef>
              <a:spcAft>
                <a:spcPts val="0"/>
              </a:spcAft>
              <a:buNone/>
            </a:pPr>
            <a:r>
              <a:t/>
            </a:r>
            <a:endParaRPr sz="1800">
              <a:solidFill>
                <a:schemeClr val="dk2"/>
              </a:solidFill>
              <a:latin typeface="Inter"/>
              <a:ea typeface="Inter"/>
              <a:cs typeface="Inter"/>
              <a:sym typeface="Inter"/>
            </a:endParaRPr>
          </a:p>
        </p:txBody>
      </p:sp>
      <p:sp>
        <p:nvSpPr>
          <p:cNvPr id="387" name="Google Shape;387;g2c85a75c8d9_0_0"/>
          <p:cNvSpPr txBox="1"/>
          <p:nvPr/>
        </p:nvSpPr>
        <p:spPr>
          <a:xfrm>
            <a:off x="295500" y="2769713"/>
            <a:ext cx="4276500" cy="226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rgbClr val="9E9E9E"/>
                </a:solidFill>
                <a:latin typeface="Inter"/>
                <a:ea typeface="Inter"/>
                <a:cs typeface="Inter"/>
                <a:sym typeface="Inter"/>
              </a:rPr>
              <a:t>Free Tours:</a:t>
            </a:r>
            <a:endParaRPr sz="1300">
              <a:solidFill>
                <a:schemeClr val="dk2"/>
              </a:solidFill>
              <a:latin typeface="Inter"/>
              <a:ea typeface="Inter"/>
              <a:cs typeface="Inter"/>
              <a:sym typeface="Inter"/>
            </a:endParaRPr>
          </a:p>
          <a:p>
            <a:pPr indent="0" lvl="0" marL="0" rtl="0" algn="just">
              <a:spcBef>
                <a:spcPts val="0"/>
              </a:spcBef>
              <a:spcAft>
                <a:spcPts val="0"/>
              </a:spcAft>
              <a:buNone/>
            </a:pPr>
            <a:r>
              <a:rPr lang="en" sz="1300">
                <a:solidFill>
                  <a:schemeClr val="dk2"/>
                </a:solidFill>
                <a:latin typeface="Inter"/>
                <a:ea typeface="Inter"/>
                <a:cs typeface="Inter"/>
                <a:sym typeface="Inter"/>
              </a:rPr>
              <a:t>Tours conducted by local guides or volunteers, usually relying on tips.</a:t>
            </a:r>
            <a:endParaRPr sz="1300">
              <a:solidFill>
                <a:schemeClr val="dk2"/>
              </a:solidFill>
              <a:latin typeface="Inter"/>
              <a:ea typeface="Inter"/>
              <a:cs typeface="Inter"/>
              <a:sym typeface="Inter"/>
            </a:endParaRPr>
          </a:p>
          <a:p>
            <a:pPr indent="0" lvl="0" marL="0" rtl="0" algn="just">
              <a:spcBef>
                <a:spcPts val="0"/>
              </a:spcBef>
              <a:spcAft>
                <a:spcPts val="0"/>
              </a:spcAft>
              <a:buNone/>
            </a:pPr>
            <a:r>
              <a:rPr lang="en" sz="1300">
                <a:solidFill>
                  <a:schemeClr val="dk2"/>
                </a:solidFill>
                <a:latin typeface="Inter"/>
                <a:ea typeface="Inter"/>
                <a:cs typeface="Inter"/>
                <a:sym typeface="Inter"/>
              </a:rPr>
              <a:t>Advantages: Accessible for travelers on a limited budget.</a:t>
            </a:r>
            <a:endParaRPr sz="1300">
              <a:solidFill>
                <a:schemeClr val="dk2"/>
              </a:solidFill>
              <a:latin typeface="Inter"/>
              <a:ea typeface="Inter"/>
              <a:cs typeface="Inter"/>
              <a:sym typeface="Inter"/>
            </a:endParaRPr>
          </a:p>
          <a:p>
            <a:pPr indent="0" lvl="0" marL="0" rtl="0" algn="just">
              <a:spcBef>
                <a:spcPts val="0"/>
              </a:spcBef>
              <a:spcAft>
                <a:spcPts val="0"/>
              </a:spcAft>
              <a:buNone/>
            </a:pPr>
            <a:r>
              <a:rPr lang="en" sz="1300">
                <a:solidFill>
                  <a:schemeClr val="dk2"/>
                </a:solidFill>
                <a:latin typeface="Inter"/>
                <a:ea typeface="Inter"/>
                <a:cs typeface="Inter"/>
                <a:sym typeface="Inter"/>
              </a:rPr>
              <a:t>Limitations: Variable quality and consistency, dependent on the availability of guides.</a:t>
            </a:r>
            <a:endParaRPr sz="1300">
              <a:solidFill>
                <a:schemeClr val="dk2"/>
              </a:solidFill>
              <a:latin typeface="Inter"/>
              <a:ea typeface="Inter"/>
              <a:cs typeface="Inter"/>
              <a:sym typeface="Inter"/>
            </a:endParaRPr>
          </a:p>
          <a:p>
            <a:pPr indent="0" lvl="0" marL="0" rtl="0" algn="just">
              <a:spcBef>
                <a:spcPts val="0"/>
              </a:spcBef>
              <a:spcAft>
                <a:spcPts val="0"/>
              </a:spcAft>
              <a:buNone/>
            </a:pPr>
            <a:r>
              <a:rPr lang="en" sz="1300">
                <a:solidFill>
                  <a:srgbClr val="999999"/>
                </a:solidFill>
                <a:latin typeface="Inter"/>
                <a:ea typeface="Inter"/>
                <a:cs typeface="Inter"/>
                <a:sym typeface="Inter"/>
              </a:rPr>
              <a:t>Ex: Guruwalks; SANDMAN’s; Walkative</a:t>
            </a:r>
            <a:endParaRPr sz="1300">
              <a:solidFill>
                <a:srgbClr val="999999"/>
              </a:solidFill>
              <a:latin typeface="Inter"/>
              <a:ea typeface="Inter"/>
              <a:cs typeface="Inter"/>
              <a:sym typeface="Inter"/>
            </a:endParaRPr>
          </a:p>
          <a:p>
            <a:pPr indent="0" lvl="0" marL="0" rtl="0" algn="just">
              <a:spcBef>
                <a:spcPts val="0"/>
              </a:spcBef>
              <a:spcAft>
                <a:spcPts val="0"/>
              </a:spcAft>
              <a:buNone/>
            </a:pPr>
            <a:r>
              <a:t/>
            </a:r>
            <a:endParaRPr sz="1300">
              <a:solidFill>
                <a:schemeClr val="dk2"/>
              </a:solidFill>
              <a:latin typeface="Inter"/>
              <a:ea typeface="Inter"/>
              <a:cs typeface="Inter"/>
              <a:sym typeface="Inter"/>
            </a:endParaRPr>
          </a:p>
          <a:p>
            <a:pPr indent="0" lvl="0" marL="0" rtl="0" algn="just">
              <a:spcBef>
                <a:spcPts val="0"/>
              </a:spcBef>
              <a:spcAft>
                <a:spcPts val="0"/>
              </a:spcAft>
              <a:buNone/>
            </a:pPr>
            <a:r>
              <a:t/>
            </a:r>
            <a:endParaRPr sz="1300">
              <a:solidFill>
                <a:schemeClr val="dk2"/>
              </a:solidFill>
              <a:latin typeface="Inter"/>
              <a:ea typeface="Inter"/>
              <a:cs typeface="Inter"/>
              <a:sym typeface="Inter"/>
            </a:endParaRPr>
          </a:p>
        </p:txBody>
      </p:sp>
      <p:sp>
        <p:nvSpPr>
          <p:cNvPr id="388" name="Google Shape;388;g2c85a75c8d9_0_0"/>
          <p:cNvSpPr txBox="1"/>
          <p:nvPr/>
        </p:nvSpPr>
        <p:spPr>
          <a:xfrm>
            <a:off x="4719700" y="820263"/>
            <a:ext cx="4276500" cy="226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rgbClr val="9E9E9E"/>
                </a:solidFill>
                <a:latin typeface="Inter"/>
                <a:ea typeface="Inter"/>
                <a:cs typeface="Inter"/>
                <a:sym typeface="Inter"/>
              </a:rPr>
              <a:t>Self guided Tours:</a:t>
            </a:r>
            <a:endParaRPr b="1" sz="1800">
              <a:solidFill>
                <a:srgbClr val="9E9E9E"/>
              </a:solidFill>
              <a:latin typeface="Inter"/>
              <a:ea typeface="Inter"/>
              <a:cs typeface="Inter"/>
              <a:sym typeface="Inter"/>
            </a:endParaRPr>
          </a:p>
          <a:p>
            <a:pPr indent="0" lvl="0" marL="0" rtl="0" algn="just">
              <a:spcBef>
                <a:spcPts val="0"/>
              </a:spcBef>
              <a:spcAft>
                <a:spcPts val="0"/>
              </a:spcAft>
              <a:buNone/>
            </a:pPr>
            <a:r>
              <a:rPr lang="en" sz="1300">
                <a:solidFill>
                  <a:schemeClr val="dk2"/>
                </a:solidFill>
                <a:latin typeface="Inter"/>
                <a:ea typeface="Inter"/>
                <a:cs typeface="Inter"/>
                <a:sym typeface="Inter"/>
              </a:rPr>
              <a:t>Tours where tourists explore on their own, following printed or digital itineraries and guides.</a:t>
            </a:r>
            <a:endParaRPr sz="1300">
              <a:solidFill>
                <a:schemeClr val="dk2"/>
              </a:solidFill>
              <a:latin typeface="Inter"/>
              <a:ea typeface="Inter"/>
              <a:cs typeface="Inter"/>
              <a:sym typeface="Inter"/>
            </a:endParaRPr>
          </a:p>
          <a:p>
            <a:pPr indent="0" lvl="0" marL="0" rtl="0" algn="just">
              <a:spcBef>
                <a:spcPts val="0"/>
              </a:spcBef>
              <a:spcAft>
                <a:spcPts val="0"/>
              </a:spcAft>
              <a:buNone/>
            </a:pPr>
            <a:r>
              <a:rPr lang="en" sz="1300">
                <a:solidFill>
                  <a:schemeClr val="dk2"/>
                </a:solidFill>
                <a:latin typeface="Inter"/>
                <a:ea typeface="Inter"/>
                <a:cs typeface="Inter"/>
                <a:sym typeface="Inter"/>
              </a:rPr>
              <a:t>Advantages: Complete flexibility in schedules and reduced costs.</a:t>
            </a:r>
            <a:endParaRPr sz="1300">
              <a:solidFill>
                <a:schemeClr val="dk2"/>
              </a:solidFill>
              <a:latin typeface="Inter"/>
              <a:ea typeface="Inter"/>
              <a:cs typeface="Inter"/>
              <a:sym typeface="Inter"/>
            </a:endParaRPr>
          </a:p>
          <a:p>
            <a:pPr indent="0" lvl="0" marL="0" rtl="0" algn="just">
              <a:spcBef>
                <a:spcPts val="0"/>
              </a:spcBef>
              <a:spcAft>
                <a:spcPts val="0"/>
              </a:spcAft>
              <a:buNone/>
            </a:pPr>
            <a:r>
              <a:rPr lang="en" sz="1300">
                <a:solidFill>
                  <a:schemeClr val="dk2"/>
                </a:solidFill>
                <a:latin typeface="Inter"/>
                <a:ea typeface="Inter"/>
                <a:cs typeface="Inter"/>
                <a:sym typeface="Inter"/>
              </a:rPr>
              <a:t>Limitations: Content limited to the number of professionals in the app.</a:t>
            </a:r>
            <a:endParaRPr sz="1300">
              <a:solidFill>
                <a:schemeClr val="dk2"/>
              </a:solidFill>
              <a:latin typeface="Inter"/>
              <a:ea typeface="Inter"/>
              <a:cs typeface="Inter"/>
              <a:sym typeface="Inter"/>
            </a:endParaRPr>
          </a:p>
          <a:p>
            <a:pPr indent="0" lvl="0" marL="0" rtl="0" algn="just">
              <a:spcBef>
                <a:spcPts val="0"/>
              </a:spcBef>
              <a:spcAft>
                <a:spcPts val="0"/>
              </a:spcAft>
              <a:buNone/>
            </a:pPr>
            <a:r>
              <a:rPr lang="en" sz="1300">
                <a:solidFill>
                  <a:srgbClr val="999999"/>
                </a:solidFill>
                <a:latin typeface="Inter"/>
                <a:ea typeface="Inter"/>
                <a:cs typeface="Inter"/>
                <a:sym typeface="Inter"/>
              </a:rPr>
              <a:t>Ex: VoxCity; Walkbox; PocketGuide</a:t>
            </a:r>
            <a:endParaRPr sz="1300">
              <a:solidFill>
                <a:srgbClr val="999999"/>
              </a:solidFill>
              <a:latin typeface="Inter"/>
              <a:ea typeface="Inter"/>
              <a:cs typeface="Inter"/>
              <a:sym typeface="Inter"/>
            </a:endParaRPr>
          </a:p>
          <a:p>
            <a:pPr indent="0" lvl="0" marL="0" rtl="0" algn="just">
              <a:spcBef>
                <a:spcPts val="0"/>
              </a:spcBef>
              <a:spcAft>
                <a:spcPts val="0"/>
              </a:spcAft>
              <a:buNone/>
            </a:pPr>
            <a:r>
              <a:t/>
            </a:r>
            <a:endParaRPr sz="1300">
              <a:solidFill>
                <a:schemeClr val="dk2"/>
              </a:solidFill>
              <a:latin typeface="Inter"/>
              <a:ea typeface="Inter"/>
              <a:cs typeface="Inter"/>
              <a:sym typeface="Inter"/>
            </a:endParaRPr>
          </a:p>
          <a:p>
            <a:pPr indent="0" lvl="0" marL="0" rtl="0" algn="just">
              <a:spcBef>
                <a:spcPts val="0"/>
              </a:spcBef>
              <a:spcAft>
                <a:spcPts val="0"/>
              </a:spcAft>
              <a:buNone/>
            </a:pPr>
            <a:r>
              <a:t/>
            </a:r>
            <a:endParaRPr sz="1300">
              <a:solidFill>
                <a:schemeClr val="dk2"/>
              </a:solidFill>
              <a:latin typeface="Inter"/>
              <a:ea typeface="Inter"/>
              <a:cs typeface="Inter"/>
              <a:sym typeface="Inter"/>
            </a:endParaRPr>
          </a:p>
        </p:txBody>
      </p:sp>
      <p:sp>
        <p:nvSpPr>
          <p:cNvPr id="389" name="Google Shape;389;g2c85a75c8d9_0_0"/>
          <p:cNvSpPr txBox="1"/>
          <p:nvPr/>
        </p:nvSpPr>
        <p:spPr>
          <a:xfrm>
            <a:off x="4719700" y="2869763"/>
            <a:ext cx="4276500" cy="206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rgbClr val="ED1E44"/>
                </a:solidFill>
                <a:latin typeface="Inter"/>
                <a:ea typeface="Inter"/>
                <a:cs typeface="Inter"/>
                <a:sym typeface="Inter"/>
              </a:rPr>
              <a:t>Pocket Tours:</a:t>
            </a:r>
            <a:endParaRPr b="1" sz="1800">
              <a:solidFill>
                <a:srgbClr val="ED1E44"/>
              </a:solidFill>
              <a:latin typeface="Inter"/>
              <a:ea typeface="Inter"/>
              <a:cs typeface="Inter"/>
              <a:sym typeface="Inter"/>
            </a:endParaRPr>
          </a:p>
          <a:p>
            <a:pPr indent="0" lvl="0" marL="0" rtl="0" algn="just">
              <a:spcBef>
                <a:spcPts val="0"/>
              </a:spcBef>
              <a:spcAft>
                <a:spcPts val="0"/>
              </a:spcAft>
              <a:buNone/>
            </a:pPr>
            <a:r>
              <a:rPr lang="en" sz="1300">
                <a:solidFill>
                  <a:schemeClr val="dk2"/>
                </a:solidFill>
                <a:latin typeface="Inter"/>
                <a:ea typeface="Inter"/>
                <a:cs typeface="Inter"/>
                <a:sym typeface="Inter"/>
              </a:rPr>
              <a:t>Tours em que os turistas exploram por conta própria, através de uma app.</a:t>
            </a:r>
            <a:endParaRPr sz="1300">
              <a:solidFill>
                <a:schemeClr val="dk2"/>
              </a:solidFill>
              <a:latin typeface="Inter"/>
              <a:ea typeface="Inter"/>
              <a:cs typeface="Inter"/>
              <a:sym typeface="Inter"/>
            </a:endParaRPr>
          </a:p>
          <a:p>
            <a:pPr indent="0" lvl="0" marL="0" rtl="0" algn="just">
              <a:spcBef>
                <a:spcPts val="0"/>
              </a:spcBef>
              <a:spcAft>
                <a:spcPts val="0"/>
              </a:spcAft>
              <a:buNone/>
            </a:pPr>
            <a:r>
              <a:rPr lang="en" sz="1300">
                <a:solidFill>
                  <a:schemeClr val="dk2"/>
                </a:solidFill>
                <a:latin typeface="Inter"/>
                <a:ea typeface="Inter"/>
                <a:cs typeface="Inter"/>
                <a:sym typeface="Inter"/>
              </a:rPr>
              <a:t>Vantagens: Flexibilidade total de horários; custos reduzidos; conteúdo ilimitado e personalizável. </a:t>
            </a:r>
            <a:endParaRPr sz="1300">
              <a:solidFill>
                <a:schemeClr val="dk2"/>
              </a:solidFill>
              <a:latin typeface="Inter"/>
              <a:ea typeface="Inter"/>
              <a:cs typeface="Inter"/>
              <a:sym typeface="Inter"/>
            </a:endParaRPr>
          </a:p>
          <a:p>
            <a:pPr indent="0" lvl="0" marL="0" rtl="0" algn="just">
              <a:spcBef>
                <a:spcPts val="0"/>
              </a:spcBef>
              <a:spcAft>
                <a:spcPts val="0"/>
              </a:spcAft>
              <a:buNone/>
            </a:pPr>
            <a:r>
              <a:rPr lang="en" sz="1300">
                <a:solidFill>
                  <a:schemeClr val="dk2"/>
                </a:solidFill>
                <a:latin typeface="Inter"/>
                <a:ea typeface="Inter"/>
                <a:cs typeface="Inter"/>
                <a:sym typeface="Inter"/>
              </a:rPr>
              <a:t>Limitações: Pode tornar a experiência de fazer tours mais impessoal por não ser presencial.</a:t>
            </a:r>
            <a:endParaRPr sz="1300">
              <a:solidFill>
                <a:schemeClr val="dk2"/>
              </a:solidFill>
              <a:latin typeface="Inter"/>
              <a:ea typeface="Inter"/>
              <a:cs typeface="Inter"/>
              <a:sym typeface="Inter"/>
            </a:endParaRPr>
          </a:p>
          <a:p>
            <a:pPr indent="0" lvl="0" marL="0" rtl="0" algn="just">
              <a:spcBef>
                <a:spcPts val="0"/>
              </a:spcBef>
              <a:spcAft>
                <a:spcPts val="0"/>
              </a:spcAft>
              <a:buNone/>
            </a:pPr>
            <a:r>
              <a:t/>
            </a:r>
            <a:endParaRPr sz="1300">
              <a:solidFill>
                <a:srgbClr val="9E9E9E"/>
              </a:solidFill>
              <a:latin typeface="Inter"/>
              <a:ea typeface="Inter"/>
              <a:cs typeface="Inter"/>
              <a:sym typeface="Inter"/>
            </a:endParaRPr>
          </a:p>
          <a:p>
            <a:pPr indent="0" lvl="0" marL="0" rtl="0" algn="just">
              <a:spcBef>
                <a:spcPts val="0"/>
              </a:spcBef>
              <a:spcAft>
                <a:spcPts val="0"/>
              </a:spcAft>
              <a:buNone/>
            </a:pPr>
            <a:r>
              <a:t/>
            </a:r>
            <a:endParaRPr sz="1300">
              <a:solidFill>
                <a:schemeClr val="dk2"/>
              </a:solidFill>
              <a:latin typeface="Inter"/>
              <a:ea typeface="Inter"/>
              <a:cs typeface="Inter"/>
              <a:sym typeface="Inte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g2bf215b6af8_0_58"/>
          <p:cNvSpPr txBox="1"/>
          <p:nvPr/>
        </p:nvSpPr>
        <p:spPr>
          <a:xfrm>
            <a:off x="0" y="4729225"/>
            <a:ext cx="19170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999999"/>
                </a:solidFill>
                <a:latin typeface="Fredoka"/>
                <a:ea typeface="Fredoka"/>
                <a:cs typeface="Fredoka"/>
                <a:sym typeface="Fredoka"/>
              </a:rPr>
              <a:t>pockettours.com</a:t>
            </a:r>
            <a:endParaRPr sz="1100">
              <a:solidFill>
                <a:srgbClr val="999999"/>
              </a:solidFill>
              <a:latin typeface="Fredoka"/>
              <a:ea typeface="Fredoka"/>
              <a:cs typeface="Fredoka"/>
              <a:sym typeface="Fredoka"/>
            </a:endParaRPr>
          </a:p>
        </p:txBody>
      </p:sp>
      <p:sp>
        <p:nvSpPr>
          <p:cNvPr id="395" name="Google Shape;395;g2bf215b6af8_0_58"/>
          <p:cNvSpPr txBox="1"/>
          <p:nvPr/>
        </p:nvSpPr>
        <p:spPr>
          <a:xfrm>
            <a:off x="8186700" y="4729225"/>
            <a:ext cx="957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999999"/>
                </a:solidFill>
                <a:latin typeface="Fredoka"/>
                <a:ea typeface="Fredoka"/>
                <a:cs typeface="Fredoka"/>
                <a:sym typeface="Fredoka"/>
              </a:rPr>
              <a:t>@2024</a:t>
            </a:r>
            <a:endParaRPr sz="1100">
              <a:solidFill>
                <a:srgbClr val="999999"/>
              </a:solidFill>
              <a:latin typeface="Fredoka"/>
              <a:ea typeface="Fredoka"/>
              <a:cs typeface="Fredoka"/>
              <a:sym typeface="Fredoka"/>
            </a:endParaRPr>
          </a:p>
        </p:txBody>
      </p:sp>
      <p:sp>
        <p:nvSpPr>
          <p:cNvPr id="396" name="Google Shape;396;g2bf215b6af8_0_58"/>
          <p:cNvSpPr txBox="1"/>
          <p:nvPr/>
        </p:nvSpPr>
        <p:spPr>
          <a:xfrm>
            <a:off x="3613500" y="4729225"/>
            <a:ext cx="19170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999999"/>
                </a:solidFill>
                <a:latin typeface="Fredoka"/>
                <a:ea typeface="Fredoka"/>
                <a:cs typeface="Fredoka"/>
                <a:sym typeface="Fredoka"/>
              </a:rPr>
              <a:t>city tours in your pocket</a:t>
            </a:r>
            <a:endParaRPr sz="1100">
              <a:solidFill>
                <a:srgbClr val="999999"/>
              </a:solidFill>
              <a:latin typeface="Fredoka"/>
              <a:ea typeface="Fredoka"/>
              <a:cs typeface="Fredoka"/>
              <a:sym typeface="Fredoka"/>
            </a:endParaRPr>
          </a:p>
        </p:txBody>
      </p:sp>
      <p:graphicFrame>
        <p:nvGraphicFramePr>
          <p:cNvPr id="397" name="Google Shape;397;g2bf215b6af8_0_58"/>
          <p:cNvGraphicFramePr/>
          <p:nvPr/>
        </p:nvGraphicFramePr>
        <p:xfrm>
          <a:off x="579375" y="913088"/>
          <a:ext cx="3000000" cy="3000000"/>
        </p:xfrm>
        <a:graphic>
          <a:graphicData uri="http://schemas.openxmlformats.org/drawingml/2006/table">
            <a:tbl>
              <a:tblPr>
                <a:noFill/>
                <a:tableStyleId>{AB82C72D-1323-4B15-87D5-FCFD6B99872C}</a:tableStyleId>
              </a:tblPr>
              <a:tblGrid>
                <a:gridCol w="2661750"/>
                <a:gridCol w="2623225"/>
                <a:gridCol w="2700275"/>
              </a:tblGrid>
              <a:tr h="559175">
                <a:tc>
                  <a:txBody>
                    <a:bodyPr/>
                    <a:lstStyle/>
                    <a:p>
                      <a:pPr indent="0" lvl="0" marL="0" rtl="0" algn="l">
                        <a:spcBef>
                          <a:spcPts val="0"/>
                        </a:spcBef>
                        <a:spcAft>
                          <a:spcPts val="0"/>
                        </a:spcAft>
                        <a:buNone/>
                      </a:pPr>
                      <a:r>
                        <a:t/>
                      </a:r>
                      <a:endParaRPr/>
                    </a:p>
                  </a:txBody>
                  <a:tcPr marT="91425" marB="91425" marR="91425" marL="91425">
                    <a:lnL cap="flat" cmpd="sng" w="9525">
                      <a:solidFill>
                        <a:schemeClr val="lt1">
                          <a:alpha val="0"/>
                        </a:schemeClr>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9525">
                      <a:solidFill>
                        <a:schemeClr val="lt1">
                          <a:alpha val="0"/>
                        </a:schemeClr>
                      </a:solidFill>
                      <a:prstDash val="solid"/>
                      <a:round/>
                      <a:headEnd len="sm" w="sm" type="none"/>
                      <a:tailEnd len="sm" w="sm" type="none"/>
                    </a:lnT>
                    <a:lnB cap="flat" cmpd="sng" w="9525">
                      <a:solidFill>
                        <a:schemeClr val="lt1">
                          <a:alpha val="0"/>
                        </a:schemeClr>
                      </a:solidFill>
                      <a:prstDash val="solid"/>
                      <a:round/>
                      <a:headEnd len="sm" w="sm" type="none"/>
                      <a:tailEnd len="sm" w="sm" type="none"/>
                    </a:lnB>
                  </a:tcPr>
                </a:tc>
                <a:tc>
                  <a:txBody>
                    <a:bodyPr/>
                    <a:lstStyle/>
                    <a:p>
                      <a:pPr indent="0" lvl="0" marL="0" rtl="0" algn="ctr">
                        <a:spcBef>
                          <a:spcPts val="0"/>
                        </a:spcBef>
                        <a:spcAft>
                          <a:spcPts val="0"/>
                        </a:spcAft>
                        <a:buNone/>
                      </a:pPr>
                      <a:r>
                        <a:t/>
                      </a:r>
                      <a:endParaRPr/>
                    </a:p>
                    <a:p>
                      <a:pPr indent="0" lvl="0" marL="0" rtl="0" algn="ctr">
                        <a:spcBef>
                          <a:spcPts val="0"/>
                        </a:spcBef>
                        <a:spcAft>
                          <a:spcPts val="0"/>
                        </a:spcAft>
                        <a:buNone/>
                      </a:pPr>
                      <a:r>
                        <a:rPr b="1" lang="en" sz="1700">
                          <a:solidFill>
                            <a:srgbClr val="ED1E44"/>
                          </a:solidFill>
                        </a:rPr>
                        <a:t>Pocket Tours</a:t>
                      </a:r>
                      <a:endParaRPr b="1" sz="1700">
                        <a:solidFill>
                          <a:srgbClr val="ED1E44"/>
                        </a:solidFill>
                      </a:endParaRPr>
                    </a:p>
                  </a:txBody>
                  <a:tcPr marT="91425" marB="91425" marR="91425" marL="91425">
                    <a:lnL cap="flat" cmpd="sng" w="9525">
                      <a:solidFill>
                        <a:schemeClr val="lt1">
                          <a:alpha val="0"/>
                        </a:schemeClr>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9525">
                      <a:solidFill>
                        <a:schemeClr val="lt1">
                          <a:alpha val="0"/>
                        </a:schemeClr>
                      </a:solidFill>
                      <a:prstDash val="solid"/>
                      <a:round/>
                      <a:headEnd len="sm" w="sm" type="none"/>
                      <a:tailEnd len="sm" w="sm" type="none"/>
                    </a:lnT>
                    <a:lnB cap="flat" cmpd="sng" w="952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a:solidFill>
                          <a:srgbClr val="666666"/>
                        </a:solidFill>
                      </a:endParaRPr>
                    </a:p>
                    <a:p>
                      <a:pPr indent="0" lvl="0" marL="0" rtl="0" algn="ctr">
                        <a:spcBef>
                          <a:spcPts val="0"/>
                        </a:spcBef>
                        <a:spcAft>
                          <a:spcPts val="0"/>
                        </a:spcAft>
                        <a:buNone/>
                      </a:pPr>
                      <a:r>
                        <a:rPr lang="en">
                          <a:solidFill>
                            <a:srgbClr val="666666"/>
                          </a:solidFill>
                        </a:rPr>
                        <a:t>Self Guided Tours</a:t>
                      </a:r>
                      <a:endParaRPr>
                        <a:solidFill>
                          <a:srgbClr val="666666"/>
                        </a:solidFill>
                      </a:endParaRPr>
                    </a:p>
                  </a:txBody>
                  <a:tcPr marT="91425" marB="91425" marR="91425" marL="91425">
                    <a:lnL cap="flat" cmpd="sng" w="9525">
                      <a:solidFill>
                        <a:schemeClr val="lt1">
                          <a:alpha val="0"/>
                        </a:schemeClr>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9525">
                      <a:solidFill>
                        <a:schemeClr val="lt1">
                          <a:alpha val="0"/>
                        </a:schemeClr>
                      </a:solidFill>
                      <a:prstDash val="solid"/>
                      <a:round/>
                      <a:headEnd len="sm" w="sm" type="none"/>
                      <a:tailEnd len="sm" w="sm" type="none"/>
                    </a:lnT>
                    <a:lnB cap="flat" cmpd="sng" w="9525">
                      <a:solidFill>
                        <a:schemeClr val="lt1">
                          <a:alpha val="0"/>
                        </a:schemeClr>
                      </a:solidFill>
                      <a:prstDash val="solid"/>
                      <a:round/>
                      <a:headEnd len="sm" w="sm" type="none"/>
                      <a:tailEnd len="sm" w="sm" type="none"/>
                    </a:lnB>
                  </a:tcPr>
                </a:tc>
              </a:tr>
              <a:tr h="481550">
                <a:tc>
                  <a:txBody>
                    <a:bodyPr/>
                    <a:lstStyle/>
                    <a:p>
                      <a:pPr indent="0" lvl="0" marL="0" rtl="0" algn="ctr">
                        <a:spcBef>
                          <a:spcPts val="0"/>
                        </a:spcBef>
                        <a:spcAft>
                          <a:spcPts val="0"/>
                        </a:spcAft>
                        <a:buNone/>
                      </a:pPr>
                      <a:r>
                        <a:rPr lang="en">
                          <a:solidFill>
                            <a:srgbClr val="434343"/>
                          </a:solidFill>
                          <a:latin typeface="Fredoka"/>
                          <a:ea typeface="Fredoka"/>
                          <a:cs typeface="Fredoka"/>
                          <a:sym typeface="Fredoka"/>
                        </a:rPr>
                        <a:t>Price</a:t>
                      </a:r>
                      <a:endParaRPr>
                        <a:solidFill>
                          <a:srgbClr val="434343"/>
                        </a:solidFill>
                        <a:latin typeface="Fredoka"/>
                        <a:ea typeface="Fredoka"/>
                        <a:cs typeface="Fredoka"/>
                        <a:sym typeface="Fredoka"/>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alpha val="0"/>
                        </a:schemeClr>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ED1E44"/>
                          </a:solidFill>
                        </a:rPr>
                        <a:t>1€ - 5€</a:t>
                      </a:r>
                      <a:endParaRPr>
                        <a:solidFill>
                          <a:srgbClr val="ED1E44"/>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alpha val="0"/>
                        </a:schemeClr>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666666"/>
                          </a:solidFill>
                        </a:rPr>
                        <a:t>3€ - 20</a:t>
                      </a:r>
                      <a:r>
                        <a:rPr lang="en">
                          <a:solidFill>
                            <a:srgbClr val="666666"/>
                          </a:solidFill>
                        </a:rPr>
                        <a:t>€</a:t>
                      </a:r>
                      <a:endParaRPr sz="1600">
                        <a:solidFill>
                          <a:srgbClr val="666666"/>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alpha val="0"/>
                        </a:schemeClr>
                      </a:solidFill>
                      <a:prstDash val="solid"/>
                      <a:round/>
                      <a:headEnd len="sm" w="sm" type="none"/>
                      <a:tailEnd len="sm" w="sm" type="none"/>
                    </a:lnT>
                    <a:lnB cap="flat" cmpd="sng" w="9525">
                      <a:solidFill>
                        <a:schemeClr val="lt1"/>
                      </a:solidFill>
                      <a:prstDash val="solid"/>
                      <a:round/>
                      <a:headEnd len="sm" w="sm" type="none"/>
                      <a:tailEnd len="sm" w="sm" type="none"/>
                    </a:lnB>
                  </a:tcPr>
                </a:tc>
              </a:tr>
              <a:tr h="481550">
                <a:tc>
                  <a:txBody>
                    <a:bodyPr/>
                    <a:lstStyle/>
                    <a:p>
                      <a:pPr indent="0" lvl="0" marL="0" rtl="0" algn="ctr">
                        <a:spcBef>
                          <a:spcPts val="0"/>
                        </a:spcBef>
                        <a:spcAft>
                          <a:spcPts val="0"/>
                        </a:spcAft>
                        <a:buNone/>
                      </a:pPr>
                      <a:r>
                        <a:rPr lang="en">
                          <a:solidFill>
                            <a:srgbClr val="434343"/>
                          </a:solidFill>
                        </a:rPr>
                        <a:t>Possibilities</a:t>
                      </a:r>
                      <a:endParaRPr>
                        <a:solidFill>
                          <a:srgbClr val="434343"/>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ED1E44"/>
                          </a:solidFill>
                        </a:rPr>
                        <a:t>Endless</a:t>
                      </a:r>
                      <a:endParaRPr>
                        <a:solidFill>
                          <a:srgbClr val="ED1E44"/>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666666"/>
                          </a:solidFill>
                        </a:rPr>
                        <a:t>Limited</a:t>
                      </a:r>
                      <a:endParaRPr>
                        <a:solidFill>
                          <a:srgbClr val="666666"/>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481550">
                <a:tc>
                  <a:txBody>
                    <a:bodyPr/>
                    <a:lstStyle/>
                    <a:p>
                      <a:pPr indent="0" lvl="0" marL="0" rtl="0" algn="ctr">
                        <a:spcBef>
                          <a:spcPts val="0"/>
                        </a:spcBef>
                        <a:spcAft>
                          <a:spcPts val="0"/>
                        </a:spcAft>
                        <a:buNone/>
                      </a:pPr>
                      <a:r>
                        <a:rPr lang="en">
                          <a:solidFill>
                            <a:srgbClr val="434343"/>
                          </a:solidFill>
                        </a:rPr>
                        <a:t>Tours available</a:t>
                      </a:r>
                      <a:endParaRPr>
                        <a:solidFill>
                          <a:srgbClr val="434343"/>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ED1E44"/>
                          </a:solidFill>
                        </a:rPr>
                        <a:t>Endless</a:t>
                      </a:r>
                      <a:endParaRPr>
                        <a:solidFill>
                          <a:srgbClr val="ED1E44"/>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666666"/>
                          </a:solidFill>
                        </a:rPr>
                        <a:t>Limited</a:t>
                      </a:r>
                      <a:endParaRPr>
                        <a:solidFill>
                          <a:srgbClr val="666666"/>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481550">
                <a:tc>
                  <a:txBody>
                    <a:bodyPr/>
                    <a:lstStyle/>
                    <a:p>
                      <a:pPr indent="0" lvl="0" marL="0" rtl="0" algn="ctr">
                        <a:spcBef>
                          <a:spcPts val="0"/>
                        </a:spcBef>
                        <a:spcAft>
                          <a:spcPts val="0"/>
                        </a:spcAft>
                        <a:buNone/>
                      </a:pPr>
                      <a:r>
                        <a:rPr lang="en">
                          <a:solidFill>
                            <a:srgbClr val="434343"/>
                          </a:solidFill>
                        </a:rPr>
                        <a:t>Brand Reach</a:t>
                      </a:r>
                      <a:endParaRPr>
                        <a:solidFill>
                          <a:srgbClr val="434343"/>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ED1E44"/>
                          </a:solidFill>
                        </a:rPr>
                        <a:t>None, for now</a:t>
                      </a:r>
                      <a:endParaRPr>
                        <a:solidFill>
                          <a:srgbClr val="ED1E44"/>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666666"/>
                          </a:solidFill>
                        </a:rPr>
                        <a:t>Close to none</a:t>
                      </a:r>
                      <a:endParaRPr>
                        <a:solidFill>
                          <a:srgbClr val="666666"/>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481550">
                <a:tc>
                  <a:txBody>
                    <a:bodyPr/>
                    <a:lstStyle/>
                    <a:p>
                      <a:pPr indent="0" lvl="0" marL="0" rtl="0" algn="ctr">
                        <a:spcBef>
                          <a:spcPts val="0"/>
                        </a:spcBef>
                        <a:spcAft>
                          <a:spcPts val="0"/>
                        </a:spcAft>
                        <a:buNone/>
                      </a:pPr>
                      <a:r>
                        <a:rPr lang="en">
                          <a:solidFill>
                            <a:srgbClr val="434343"/>
                          </a:solidFill>
                        </a:rPr>
                        <a:t>Ads</a:t>
                      </a:r>
                      <a:endParaRPr>
                        <a:solidFill>
                          <a:srgbClr val="434343"/>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ED1E44"/>
                          </a:solidFill>
                        </a:rPr>
                        <a:t>Yes</a:t>
                      </a:r>
                      <a:endParaRPr>
                        <a:solidFill>
                          <a:srgbClr val="ED1E44"/>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666666"/>
                          </a:solidFill>
                        </a:rPr>
                        <a:t>No</a:t>
                      </a:r>
                      <a:endParaRPr>
                        <a:solidFill>
                          <a:srgbClr val="666666"/>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bl>
          </a:graphicData>
        </a:graphic>
      </p:graphicFrame>
      <p:cxnSp>
        <p:nvCxnSpPr>
          <p:cNvPr id="398" name="Google Shape;398;g2bf215b6af8_0_58"/>
          <p:cNvCxnSpPr/>
          <p:nvPr/>
        </p:nvCxnSpPr>
        <p:spPr>
          <a:xfrm rot="10800000">
            <a:off x="968400" y="270025"/>
            <a:ext cx="8175600" cy="4800"/>
          </a:xfrm>
          <a:prstGeom prst="straightConnector1">
            <a:avLst/>
          </a:prstGeom>
          <a:noFill/>
          <a:ln cap="flat" cmpd="sng" w="28575">
            <a:solidFill>
              <a:srgbClr val="ED1E44"/>
            </a:solidFill>
            <a:prstDash val="solid"/>
            <a:round/>
            <a:headEnd len="med" w="med" type="none"/>
            <a:tailEnd len="med" w="med" type="none"/>
          </a:ln>
        </p:spPr>
      </p:cxnSp>
      <p:pic>
        <p:nvPicPr>
          <p:cNvPr id="399" name="Google Shape;399;g2bf215b6af8_0_58"/>
          <p:cNvPicPr preferRelativeResize="0"/>
          <p:nvPr/>
        </p:nvPicPr>
        <p:blipFill rotWithShape="1">
          <a:blip r:embed="rId3">
            <a:alphaModFix/>
          </a:blip>
          <a:srcRect b="44952" l="23629" r="28117" t="0"/>
          <a:stretch/>
        </p:blipFill>
        <p:spPr>
          <a:xfrm>
            <a:off x="235225" y="181550"/>
            <a:ext cx="572326" cy="551551"/>
          </a:xfrm>
          <a:prstGeom prst="rect">
            <a:avLst/>
          </a:prstGeom>
          <a:noFill/>
          <a:ln>
            <a:noFill/>
          </a:ln>
        </p:spPr>
      </p:pic>
      <p:sp>
        <p:nvSpPr>
          <p:cNvPr id="400" name="Google Shape;400;g2bf215b6af8_0_58"/>
          <p:cNvSpPr/>
          <p:nvPr/>
        </p:nvSpPr>
        <p:spPr>
          <a:xfrm>
            <a:off x="953075" y="419100"/>
            <a:ext cx="24425" cy="19050"/>
          </a:xfrm>
          <a:prstGeom prst="flowChartOnlineStorage">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01" name="Google Shape;401;g2bf215b6af8_0_58"/>
          <p:cNvSpPr/>
          <p:nvPr/>
        </p:nvSpPr>
        <p:spPr>
          <a:xfrm>
            <a:off x="858750" y="260350"/>
            <a:ext cx="2649600" cy="294900"/>
          </a:xfrm>
          <a:prstGeom prst="roundRect">
            <a:avLst>
              <a:gd fmla="val 11318" name="adj"/>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Fredoka Medium"/>
                <a:ea typeface="Fredoka Medium"/>
                <a:cs typeface="Fredoka Medium"/>
                <a:sym typeface="Fredoka Medium"/>
              </a:rPr>
              <a:t>MODERN</a:t>
            </a:r>
            <a:r>
              <a:rPr lang="en">
                <a:solidFill>
                  <a:schemeClr val="lt1"/>
                </a:solidFill>
                <a:latin typeface="Fredoka Medium"/>
                <a:ea typeface="Fredoka Medium"/>
                <a:cs typeface="Fredoka Medium"/>
                <a:sym typeface="Fredoka Medium"/>
              </a:rPr>
              <a:t> ALTERNATIVES</a:t>
            </a:r>
            <a:endParaRPr>
              <a:solidFill>
                <a:schemeClr val="lt1"/>
              </a:solidFill>
              <a:latin typeface="Fredoka Medium"/>
              <a:ea typeface="Fredoka Medium"/>
              <a:cs typeface="Fredoka Medium"/>
              <a:sym typeface="Fredoka Medium"/>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pic>
        <p:nvPicPr>
          <p:cNvPr id="406" name="Google Shape;406;g2bf215b6af8_0_79"/>
          <p:cNvPicPr preferRelativeResize="0"/>
          <p:nvPr/>
        </p:nvPicPr>
        <p:blipFill>
          <a:blip r:embed="rId3">
            <a:alphaModFix/>
          </a:blip>
          <a:stretch>
            <a:fillRect/>
          </a:stretch>
        </p:blipFill>
        <p:spPr>
          <a:xfrm>
            <a:off x="438975" y="3154361"/>
            <a:ext cx="2683193" cy="898625"/>
          </a:xfrm>
          <a:prstGeom prst="rect">
            <a:avLst/>
          </a:prstGeom>
          <a:noFill/>
          <a:ln>
            <a:noFill/>
          </a:ln>
        </p:spPr>
      </p:pic>
      <p:sp>
        <p:nvSpPr>
          <p:cNvPr id="407" name="Google Shape;407;g2bf215b6af8_0_79"/>
          <p:cNvSpPr txBox="1"/>
          <p:nvPr/>
        </p:nvSpPr>
        <p:spPr>
          <a:xfrm>
            <a:off x="0" y="4729225"/>
            <a:ext cx="19170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999999"/>
                </a:solidFill>
                <a:latin typeface="Fredoka"/>
                <a:ea typeface="Fredoka"/>
                <a:cs typeface="Fredoka"/>
                <a:sym typeface="Fredoka"/>
              </a:rPr>
              <a:t>pockettours.com</a:t>
            </a:r>
            <a:endParaRPr sz="1100">
              <a:solidFill>
                <a:srgbClr val="999999"/>
              </a:solidFill>
              <a:latin typeface="Fredoka"/>
              <a:ea typeface="Fredoka"/>
              <a:cs typeface="Fredoka"/>
              <a:sym typeface="Fredoka"/>
            </a:endParaRPr>
          </a:p>
        </p:txBody>
      </p:sp>
      <p:sp>
        <p:nvSpPr>
          <p:cNvPr id="408" name="Google Shape;408;g2bf215b6af8_0_79"/>
          <p:cNvSpPr txBox="1"/>
          <p:nvPr/>
        </p:nvSpPr>
        <p:spPr>
          <a:xfrm>
            <a:off x="8186700" y="4729225"/>
            <a:ext cx="957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999999"/>
                </a:solidFill>
                <a:latin typeface="Fredoka"/>
                <a:ea typeface="Fredoka"/>
                <a:cs typeface="Fredoka"/>
                <a:sym typeface="Fredoka"/>
              </a:rPr>
              <a:t>@2024</a:t>
            </a:r>
            <a:endParaRPr sz="1100">
              <a:solidFill>
                <a:srgbClr val="999999"/>
              </a:solidFill>
              <a:latin typeface="Fredoka"/>
              <a:ea typeface="Fredoka"/>
              <a:cs typeface="Fredoka"/>
              <a:sym typeface="Fredoka"/>
            </a:endParaRPr>
          </a:p>
        </p:txBody>
      </p:sp>
      <p:sp>
        <p:nvSpPr>
          <p:cNvPr id="409" name="Google Shape;409;g2bf215b6af8_0_79"/>
          <p:cNvSpPr txBox="1"/>
          <p:nvPr/>
        </p:nvSpPr>
        <p:spPr>
          <a:xfrm>
            <a:off x="3613500" y="4729225"/>
            <a:ext cx="19170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999999"/>
                </a:solidFill>
                <a:latin typeface="Fredoka"/>
                <a:ea typeface="Fredoka"/>
                <a:cs typeface="Fredoka"/>
                <a:sym typeface="Fredoka"/>
              </a:rPr>
              <a:t>city tours in your pocket</a:t>
            </a:r>
            <a:endParaRPr sz="1100">
              <a:solidFill>
                <a:srgbClr val="999999"/>
              </a:solidFill>
              <a:latin typeface="Fredoka"/>
              <a:ea typeface="Fredoka"/>
              <a:cs typeface="Fredoka"/>
              <a:sym typeface="Fredoka"/>
            </a:endParaRPr>
          </a:p>
        </p:txBody>
      </p:sp>
      <p:cxnSp>
        <p:nvCxnSpPr>
          <p:cNvPr id="410" name="Google Shape;410;g2bf215b6af8_0_79"/>
          <p:cNvCxnSpPr/>
          <p:nvPr/>
        </p:nvCxnSpPr>
        <p:spPr>
          <a:xfrm rot="10800000">
            <a:off x="968400" y="270025"/>
            <a:ext cx="8175600" cy="4800"/>
          </a:xfrm>
          <a:prstGeom prst="straightConnector1">
            <a:avLst/>
          </a:prstGeom>
          <a:noFill/>
          <a:ln cap="flat" cmpd="sng" w="28575">
            <a:solidFill>
              <a:srgbClr val="ED1E44"/>
            </a:solidFill>
            <a:prstDash val="solid"/>
            <a:round/>
            <a:headEnd len="med" w="med" type="none"/>
            <a:tailEnd len="med" w="med" type="none"/>
          </a:ln>
        </p:spPr>
      </p:cxnSp>
      <p:pic>
        <p:nvPicPr>
          <p:cNvPr id="411" name="Google Shape;411;g2bf215b6af8_0_79"/>
          <p:cNvPicPr preferRelativeResize="0"/>
          <p:nvPr/>
        </p:nvPicPr>
        <p:blipFill rotWithShape="1">
          <a:blip r:embed="rId4">
            <a:alphaModFix/>
          </a:blip>
          <a:srcRect b="44952" l="23629" r="28117" t="0"/>
          <a:stretch/>
        </p:blipFill>
        <p:spPr>
          <a:xfrm>
            <a:off x="235225" y="181550"/>
            <a:ext cx="572326" cy="551551"/>
          </a:xfrm>
          <a:prstGeom prst="rect">
            <a:avLst/>
          </a:prstGeom>
          <a:noFill/>
          <a:ln>
            <a:noFill/>
          </a:ln>
        </p:spPr>
      </p:pic>
      <p:sp>
        <p:nvSpPr>
          <p:cNvPr id="412" name="Google Shape;412;g2bf215b6af8_0_79"/>
          <p:cNvSpPr/>
          <p:nvPr/>
        </p:nvSpPr>
        <p:spPr>
          <a:xfrm>
            <a:off x="953075" y="419100"/>
            <a:ext cx="24425" cy="19050"/>
          </a:xfrm>
          <a:prstGeom prst="flowChartOnlineStorage">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13" name="Google Shape;413;g2bf215b6af8_0_79"/>
          <p:cNvSpPr/>
          <p:nvPr/>
        </p:nvSpPr>
        <p:spPr>
          <a:xfrm>
            <a:off x="858750" y="260350"/>
            <a:ext cx="2649600" cy="294900"/>
          </a:xfrm>
          <a:prstGeom prst="roundRect">
            <a:avLst>
              <a:gd fmla="val 11318" name="adj"/>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Fredoka Medium"/>
                <a:ea typeface="Fredoka Medium"/>
                <a:cs typeface="Fredoka Medium"/>
                <a:sym typeface="Fredoka Medium"/>
              </a:rPr>
              <a:t>MARKET’S</a:t>
            </a:r>
            <a:r>
              <a:rPr lang="en">
                <a:solidFill>
                  <a:schemeClr val="lt1"/>
                </a:solidFill>
                <a:latin typeface="Fredoka Medium"/>
                <a:ea typeface="Fredoka Medium"/>
                <a:cs typeface="Fredoka Medium"/>
                <a:sym typeface="Fredoka Medium"/>
              </a:rPr>
              <a:t> ALTERNATIVES</a:t>
            </a:r>
            <a:endParaRPr>
              <a:solidFill>
                <a:schemeClr val="lt1"/>
              </a:solidFill>
              <a:latin typeface="Fredoka Medium"/>
              <a:ea typeface="Fredoka Medium"/>
              <a:cs typeface="Fredoka Medium"/>
              <a:sym typeface="Fredoka Medium"/>
            </a:endParaRPr>
          </a:p>
        </p:txBody>
      </p:sp>
      <p:pic>
        <p:nvPicPr>
          <p:cNvPr id="414" name="Google Shape;414;g2bf215b6af8_0_79"/>
          <p:cNvPicPr preferRelativeResize="0"/>
          <p:nvPr/>
        </p:nvPicPr>
        <p:blipFill rotWithShape="1">
          <a:blip r:embed="rId5">
            <a:alphaModFix/>
          </a:blip>
          <a:srcRect b="0" l="0" r="0" t="4507"/>
          <a:stretch/>
        </p:blipFill>
        <p:spPr>
          <a:xfrm>
            <a:off x="466074" y="2119838"/>
            <a:ext cx="2550788" cy="898625"/>
          </a:xfrm>
          <a:prstGeom prst="rect">
            <a:avLst/>
          </a:prstGeom>
          <a:noFill/>
          <a:ln>
            <a:noFill/>
          </a:ln>
        </p:spPr>
      </p:pic>
      <p:pic>
        <p:nvPicPr>
          <p:cNvPr id="415" name="Google Shape;415;g2bf215b6af8_0_79"/>
          <p:cNvPicPr preferRelativeResize="0"/>
          <p:nvPr/>
        </p:nvPicPr>
        <p:blipFill>
          <a:blip r:embed="rId6">
            <a:alphaModFix/>
          </a:blip>
          <a:stretch>
            <a:fillRect/>
          </a:stretch>
        </p:blipFill>
        <p:spPr>
          <a:xfrm>
            <a:off x="1568871" y="3484598"/>
            <a:ext cx="1595278" cy="437952"/>
          </a:xfrm>
          <a:prstGeom prst="rect">
            <a:avLst/>
          </a:prstGeom>
          <a:noFill/>
          <a:ln>
            <a:noFill/>
          </a:ln>
        </p:spPr>
      </p:pic>
      <p:pic>
        <p:nvPicPr>
          <p:cNvPr id="416" name="Google Shape;416;g2bf215b6af8_0_79"/>
          <p:cNvPicPr preferRelativeResize="0"/>
          <p:nvPr/>
        </p:nvPicPr>
        <p:blipFill>
          <a:blip r:embed="rId7">
            <a:alphaModFix/>
          </a:blip>
          <a:stretch>
            <a:fillRect/>
          </a:stretch>
        </p:blipFill>
        <p:spPr>
          <a:xfrm>
            <a:off x="438963" y="1086911"/>
            <a:ext cx="2280017" cy="898624"/>
          </a:xfrm>
          <a:prstGeom prst="rect">
            <a:avLst/>
          </a:prstGeom>
          <a:noFill/>
          <a:ln>
            <a:noFill/>
          </a:ln>
        </p:spPr>
      </p:pic>
      <p:pic>
        <p:nvPicPr>
          <p:cNvPr id="417" name="Google Shape;417;g2bf215b6af8_0_79"/>
          <p:cNvPicPr preferRelativeResize="0"/>
          <p:nvPr/>
        </p:nvPicPr>
        <p:blipFill>
          <a:blip r:embed="rId8">
            <a:alphaModFix/>
          </a:blip>
          <a:stretch>
            <a:fillRect/>
          </a:stretch>
        </p:blipFill>
        <p:spPr>
          <a:xfrm>
            <a:off x="1537525" y="1420352"/>
            <a:ext cx="1551038" cy="437952"/>
          </a:xfrm>
          <a:prstGeom prst="rect">
            <a:avLst/>
          </a:prstGeom>
          <a:noFill/>
          <a:ln>
            <a:noFill/>
          </a:ln>
        </p:spPr>
      </p:pic>
      <p:pic>
        <p:nvPicPr>
          <p:cNvPr id="418" name="Google Shape;418;g2bf215b6af8_0_79"/>
          <p:cNvPicPr preferRelativeResize="0"/>
          <p:nvPr/>
        </p:nvPicPr>
        <p:blipFill>
          <a:blip r:embed="rId9">
            <a:alphaModFix/>
          </a:blip>
          <a:stretch>
            <a:fillRect/>
          </a:stretch>
        </p:blipFill>
        <p:spPr>
          <a:xfrm>
            <a:off x="1540214" y="2481256"/>
            <a:ext cx="1516559" cy="437952"/>
          </a:xfrm>
          <a:prstGeom prst="rect">
            <a:avLst/>
          </a:prstGeom>
          <a:noFill/>
          <a:ln>
            <a:noFill/>
          </a:ln>
        </p:spPr>
      </p:pic>
      <p:pic>
        <p:nvPicPr>
          <p:cNvPr id="419" name="Google Shape;419;g2bf215b6af8_0_79"/>
          <p:cNvPicPr preferRelativeResize="0"/>
          <p:nvPr/>
        </p:nvPicPr>
        <p:blipFill>
          <a:blip r:embed="rId10">
            <a:alphaModFix/>
          </a:blip>
          <a:stretch>
            <a:fillRect/>
          </a:stretch>
        </p:blipFill>
        <p:spPr>
          <a:xfrm>
            <a:off x="5768538" y="951275"/>
            <a:ext cx="2855251" cy="1006550"/>
          </a:xfrm>
          <a:prstGeom prst="rect">
            <a:avLst/>
          </a:prstGeom>
          <a:noFill/>
          <a:ln>
            <a:noFill/>
          </a:ln>
        </p:spPr>
      </p:pic>
      <p:pic>
        <p:nvPicPr>
          <p:cNvPr id="420" name="Google Shape;420;g2bf215b6af8_0_79"/>
          <p:cNvPicPr preferRelativeResize="0"/>
          <p:nvPr/>
        </p:nvPicPr>
        <p:blipFill>
          <a:blip r:embed="rId11">
            <a:alphaModFix/>
          </a:blip>
          <a:stretch>
            <a:fillRect/>
          </a:stretch>
        </p:blipFill>
        <p:spPr>
          <a:xfrm>
            <a:off x="7026326" y="1369375"/>
            <a:ext cx="1746425" cy="490550"/>
          </a:xfrm>
          <a:prstGeom prst="rect">
            <a:avLst/>
          </a:prstGeom>
          <a:noFill/>
          <a:ln>
            <a:noFill/>
          </a:ln>
        </p:spPr>
      </p:pic>
      <p:pic>
        <p:nvPicPr>
          <p:cNvPr id="421" name="Google Shape;421;g2bf215b6af8_0_79"/>
          <p:cNvPicPr preferRelativeResize="0"/>
          <p:nvPr/>
        </p:nvPicPr>
        <p:blipFill>
          <a:blip r:embed="rId12">
            <a:alphaModFix/>
          </a:blip>
          <a:stretch>
            <a:fillRect/>
          </a:stretch>
        </p:blipFill>
        <p:spPr>
          <a:xfrm>
            <a:off x="3571963" y="2323063"/>
            <a:ext cx="1837096" cy="551550"/>
          </a:xfrm>
          <a:prstGeom prst="rect">
            <a:avLst/>
          </a:prstGeom>
          <a:noFill/>
          <a:ln>
            <a:noFill/>
          </a:ln>
        </p:spPr>
      </p:pic>
      <p:cxnSp>
        <p:nvCxnSpPr>
          <p:cNvPr id="422" name="Google Shape;422;g2bf215b6af8_0_79"/>
          <p:cNvCxnSpPr/>
          <p:nvPr/>
        </p:nvCxnSpPr>
        <p:spPr>
          <a:xfrm rot="10800000">
            <a:off x="431800" y="4150338"/>
            <a:ext cx="8175600" cy="4800"/>
          </a:xfrm>
          <a:prstGeom prst="straightConnector1">
            <a:avLst/>
          </a:prstGeom>
          <a:noFill/>
          <a:ln cap="flat" cmpd="sng" w="28575">
            <a:solidFill>
              <a:srgbClr val="ED1E44"/>
            </a:solidFill>
            <a:prstDash val="solid"/>
            <a:round/>
            <a:headEnd len="med" w="med" type="none"/>
            <a:tailEnd len="med" w="med" type="none"/>
          </a:ln>
        </p:spPr>
      </p:cxnSp>
      <p:sp>
        <p:nvSpPr>
          <p:cNvPr id="423" name="Google Shape;423;g2bf215b6af8_0_79"/>
          <p:cNvSpPr txBox="1"/>
          <p:nvPr/>
        </p:nvSpPr>
        <p:spPr>
          <a:xfrm>
            <a:off x="745563" y="4291025"/>
            <a:ext cx="12237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rgbClr val="666666"/>
                </a:solidFill>
                <a:latin typeface="Inter"/>
                <a:ea typeface="Inter"/>
                <a:cs typeface="Inter"/>
                <a:sym typeface="Inter"/>
              </a:rPr>
              <a:t>Walking</a:t>
            </a:r>
            <a:endParaRPr sz="1800">
              <a:solidFill>
                <a:srgbClr val="666666"/>
              </a:solidFill>
              <a:latin typeface="Inter"/>
              <a:ea typeface="Inter"/>
              <a:cs typeface="Inter"/>
              <a:sym typeface="Inter"/>
            </a:endParaRPr>
          </a:p>
        </p:txBody>
      </p:sp>
      <p:sp>
        <p:nvSpPr>
          <p:cNvPr id="424" name="Google Shape;424;g2bf215b6af8_0_79"/>
          <p:cNvSpPr txBox="1"/>
          <p:nvPr/>
        </p:nvSpPr>
        <p:spPr>
          <a:xfrm>
            <a:off x="3994413" y="4291025"/>
            <a:ext cx="12237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rgbClr val="666666"/>
                </a:solidFill>
                <a:latin typeface="Inter"/>
                <a:ea typeface="Inter"/>
                <a:cs typeface="Inter"/>
                <a:sym typeface="Inter"/>
              </a:rPr>
              <a:t>B2C</a:t>
            </a:r>
            <a:endParaRPr sz="1800">
              <a:solidFill>
                <a:srgbClr val="666666"/>
              </a:solidFill>
              <a:latin typeface="Inter"/>
              <a:ea typeface="Inter"/>
              <a:cs typeface="Inter"/>
              <a:sym typeface="Inter"/>
            </a:endParaRPr>
          </a:p>
        </p:txBody>
      </p:sp>
      <p:sp>
        <p:nvSpPr>
          <p:cNvPr id="425" name="Google Shape;425;g2bf215b6af8_0_79"/>
          <p:cNvSpPr txBox="1"/>
          <p:nvPr/>
        </p:nvSpPr>
        <p:spPr>
          <a:xfrm>
            <a:off x="7174738" y="4291025"/>
            <a:ext cx="12237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rgbClr val="666666"/>
                </a:solidFill>
                <a:latin typeface="Inter"/>
                <a:ea typeface="Inter"/>
                <a:cs typeface="Inter"/>
                <a:sym typeface="Inter"/>
              </a:rPr>
              <a:t>Driving</a:t>
            </a:r>
            <a:endParaRPr sz="1800">
              <a:solidFill>
                <a:srgbClr val="666666"/>
              </a:solidFill>
              <a:latin typeface="Inter"/>
              <a:ea typeface="Inter"/>
              <a:cs typeface="Inter"/>
              <a:sym typeface="Inter"/>
            </a:endParaRPr>
          </a:p>
        </p:txBody>
      </p:sp>
      <p:pic>
        <p:nvPicPr>
          <p:cNvPr id="426" name="Google Shape;426;g2bf215b6af8_0_79"/>
          <p:cNvPicPr preferRelativeResize="0"/>
          <p:nvPr/>
        </p:nvPicPr>
        <p:blipFill>
          <a:blip r:embed="rId13">
            <a:alphaModFix/>
          </a:blip>
          <a:stretch>
            <a:fillRect/>
          </a:stretch>
        </p:blipFill>
        <p:spPr>
          <a:xfrm>
            <a:off x="3987237" y="1124625"/>
            <a:ext cx="1006550" cy="1006550"/>
          </a:xfrm>
          <a:prstGeom prst="rect">
            <a:avLst/>
          </a:prstGeom>
          <a:noFill/>
          <a:ln>
            <a:noFill/>
          </a:ln>
        </p:spPr>
      </p:pic>
      <p:pic>
        <p:nvPicPr>
          <p:cNvPr id="427" name="Google Shape;427;g2bf215b6af8_0_79"/>
          <p:cNvPicPr preferRelativeResize="0"/>
          <p:nvPr/>
        </p:nvPicPr>
        <p:blipFill>
          <a:blip r:embed="rId14">
            <a:alphaModFix/>
          </a:blip>
          <a:stretch>
            <a:fillRect/>
          </a:stretch>
        </p:blipFill>
        <p:spPr>
          <a:xfrm>
            <a:off x="5892464" y="1992325"/>
            <a:ext cx="2935661" cy="1072551"/>
          </a:xfrm>
          <a:prstGeom prst="rect">
            <a:avLst/>
          </a:prstGeom>
          <a:noFill/>
          <a:ln>
            <a:noFill/>
          </a:ln>
        </p:spPr>
      </p:pic>
      <p:pic>
        <p:nvPicPr>
          <p:cNvPr id="428" name="Google Shape;428;g2bf215b6af8_0_79"/>
          <p:cNvPicPr preferRelativeResize="0"/>
          <p:nvPr/>
        </p:nvPicPr>
        <p:blipFill>
          <a:blip r:embed="rId15">
            <a:alphaModFix/>
          </a:blip>
          <a:stretch>
            <a:fillRect/>
          </a:stretch>
        </p:blipFill>
        <p:spPr>
          <a:xfrm>
            <a:off x="6987650" y="2446732"/>
            <a:ext cx="1916999" cy="427893"/>
          </a:xfrm>
          <a:prstGeom prst="rect">
            <a:avLst/>
          </a:prstGeom>
          <a:noFill/>
          <a:ln>
            <a:noFill/>
          </a:ln>
        </p:spPr>
      </p:pic>
      <p:pic>
        <p:nvPicPr>
          <p:cNvPr id="429" name="Google Shape;429;g2bf215b6af8_0_79"/>
          <p:cNvPicPr preferRelativeResize="0"/>
          <p:nvPr/>
        </p:nvPicPr>
        <p:blipFill>
          <a:blip r:embed="rId16">
            <a:alphaModFix/>
          </a:blip>
          <a:stretch>
            <a:fillRect/>
          </a:stretch>
        </p:blipFill>
        <p:spPr>
          <a:xfrm>
            <a:off x="5892475" y="3046225"/>
            <a:ext cx="2780650" cy="1006550"/>
          </a:xfrm>
          <a:prstGeom prst="rect">
            <a:avLst/>
          </a:prstGeom>
          <a:noFill/>
          <a:ln>
            <a:noFill/>
          </a:ln>
        </p:spPr>
      </p:pic>
      <p:pic>
        <p:nvPicPr>
          <p:cNvPr id="430" name="Google Shape;430;g2bf215b6af8_0_79"/>
          <p:cNvPicPr preferRelativeResize="0"/>
          <p:nvPr/>
        </p:nvPicPr>
        <p:blipFill>
          <a:blip r:embed="rId17">
            <a:alphaModFix/>
          </a:blip>
          <a:stretch>
            <a:fillRect/>
          </a:stretch>
        </p:blipFill>
        <p:spPr>
          <a:xfrm>
            <a:off x="6987650" y="3535063"/>
            <a:ext cx="1729075" cy="4905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g2b8030a1825_0_401"/>
          <p:cNvSpPr txBox="1"/>
          <p:nvPr/>
        </p:nvSpPr>
        <p:spPr>
          <a:xfrm>
            <a:off x="0" y="4729225"/>
            <a:ext cx="19170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999999"/>
                </a:solidFill>
                <a:latin typeface="Fredoka"/>
                <a:ea typeface="Fredoka"/>
                <a:cs typeface="Fredoka"/>
                <a:sym typeface="Fredoka"/>
              </a:rPr>
              <a:t>pockettours.com</a:t>
            </a:r>
            <a:endParaRPr sz="1100">
              <a:solidFill>
                <a:srgbClr val="999999"/>
              </a:solidFill>
              <a:latin typeface="Fredoka"/>
              <a:ea typeface="Fredoka"/>
              <a:cs typeface="Fredoka"/>
              <a:sym typeface="Fredoka"/>
            </a:endParaRPr>
          </a:p>
        </p:txBody>
      </p:sp>
      <p:sp>
        <p:nvSpPr>
          <p:cNvPr id="436" name="Google Shape;436;g2b8030a1825_0_401"/>
          <p:cNvSpPr txBox="1"/>
          <p:nvPr/>
        </p:nvSpPr>
        <p:spPr>
          <a:xfrm>
            <a:off x="8186700" y="4729225"/>
            <a:ext cx="957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999999"/>
                </a:solidFill>
                <a:latin typeface="Fredoka"/>
                <a:ea typeface="Fredoka"/>
                <a:cs typeface="Fredoka"/>
                <a:sym typeface="Fredoka"/>
              </a:rPr>
              <a:t>@2024</a:t>
            </a:r>
            <a:endParaRPr sz="1100">
              <a:solidFill>
                <a:srgbClr val="999999"/>
              </a:solidFill>
              <a:latin typeface="Fredoka"/>
              <a:ea typeface="Fredoka"/>
              <a:cs typeface="Fredoka"/>
              <a:sym typeface="Fredoka"/>
            </a:endParaRPr>
          </a:p>
        </p:txBody>
      </p:sp>
      <p:sp>
        <p:nvSpPr>
          <p:cNvPr id="437" name="Google Shape;437;g2b8030a1825_0_401"/>
          <p:cNvSpPr txBox="1"/>
          <p:nvPr/>
        </p:nvSpPr>
        <p:spPr>
          <a:xfrm>
            <a:off x="3613500" y="4729225"/>
            <a:ext cx="19170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999999"/>
                </a:solidFill>
                <a:latin typeface="Fredoka"/>
                <a:ea typeface="Fredoka"/>
                <a:cs typeface="Fredoka"/>
                <a:sym typeface="Fredoka"/>
              </a:rPr>
              <a:t>city tours in your pocket</a:t>
            </a:r>
            <a:endParaRPr sz="1100">
              <a:solidFill>
                <a:srgbClr val="999999"/>
              </a:solidFill>
              <a:latin typeface="Fredoka"/>
              <a:ea typeface="Fredoka"/>
              <a:cs typeface="Fredoka"/>
              <a:sym typeface="Fredoka"/>
            </a:endParaRPr>
          </a:p>
        </p:txBody>
      </p:sp>
      <p:sp>
        <p:nvSpPr>
          <p:cNvPr id="438" name="Google Shape;438;g2b8030a1825_0_401"/>
          <p:cNvSpPr/>
          <p:nvPr/>
        </p:nvSpPr>
        <p:spPr>
          <a:xfrm>
            <a:off x="576725" y="1598250"/>
            <a:ext cx="2429400" cy="2099100"/>
          </a:xfrm>
          <a:prstGeom prst="roundRect">
            <a:avLst>
              <a:gd fmla="val 11318" name="adj"/>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0">
                <a:solidFill>
                  <a:schemeClr val="lt1"/>
                </a:solidFill>
                <a:latin typeface="Fredoka Medium"/>
                <a:ea typeface="Fredoka Medium"/>
                <a:cs typeface="Fredoka Medium"/>
                <a:sym typeface="Fredoka Medium"/>
              </a:rPr>
              <a:t>S</a:t>
            </a:r>
            <a:endParaRPr sz="13000">
              <a:solidFill>
                <a:schemeClr val="lt1"/>
              </a:solidFill>
              <a:latin typeface="Fredoka Medium"/>
              <a:ea typeface="Fredoka Medium"/>
              <a:cs typeface="Fredoka Medium"/>
              <a:sym typeface="Fredoka Medium"/>
            </a:endParaRPr>
          </a:p>
        </p:txBody>
      </p:sp>
      <p:sp>
        <p:nvSpPr>
          <p:cNvPr id="439" name="Google Shape;439;g2b8030a1825_0_401"/>
          <p:cNvSpPr txBox="1"/>
          <p:nvPr/>
        </p:nvSpPr>
        <p:spPr>
          <a:xfrm>
            <a:off x="858750" y="988325"/>
            <a:ext cx="6230100" cy="400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a:solidFill>
                  <a:srgbClr val="666666"/>
                </a:solidFill>
                <a:latin typeface="Inter"/>
                <a:ea typeface="Inter"/>
                <a:cs typeface="Inter"/>
                <a:sym typeface="Inter"/>
              </a:rPr>
              <a:t>Companies</a:t>
            </a:r>
            <a:r>
              <a:rPr lang="en">
                <a:solidFill>
                  <a:srgbClr val="666666"/>
                </a:solidFill>
                <a:latin typeface="Inter"/>
                <a:ea typeface="Inter"/>
                <a:cs typeface="Inter"/>
                <a:sym typeface="Inter"/>
              </a:rPr>
              <a:t> looking to advertise on tours </a:t>
            </a:r>
            <a:endParaRPr>
              <a:solidFill>
                <a:srgbClr val="666666"/>
              </a:solidFill>
              <a:latin typeface="Inter"/>
              <a:ea typeface="Inter"/>
              <a:cs typeface="Inter"/>
              <a:sym typeface="Inter"/>
            </a:endParaRPr>
          </a:p>
        </p:txBody>
      </p:sp>
      <p:sp>
        <p:nvSpPr>
          <p:cNvPr id="440" name="Google Shape;440;g2b8030a1825_0_401"/>
          <p:cNvSpPr txBox="1"/>
          <p:nvPr/>
        </p:nvSpPr>
        <p:spPr>
          <a:xfrm>
            <a:off x="3710625" y="1938688"/>
            <a:ext cx="3000000" cy="648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a:solidFill>
                  <a:srgbClr val="999999"/>
                </a:solidFill>
                <a:latin typeface="Inter"/>
                <a:ea typeface="Inter"/>
                <a:cs typeface="Inter"/>
                <a:sym typeface="Inter"/>
              </a:rPr>
              <a:t>Advertise</a:t>
            </a:r>
            <a:r>
              <a:rPr lang="en">
                <a:solidFill>
                  <a:srgbClr val="999999"/>
                </a:solidFill>
                <a:latin typeface="Inter"/>
                <a:ea typeface="Inter"/>
                <a:cs typeface="Inter"/>
                <a:sym typeface="Inter"/>
              </a:rPr>
              <a:t> on tours</a:t>
            </a:r>
            <a:endParaRPr>
              <a:solidFill>
                <a:srgbClr val="999999"/>
              </a:solidFill>
              <a:latin typeface="Inter"/>
              <a:ea typeface="Inter"/>
              <a:cs typeface="Inter"/>
              <a:sym typeface="Inter"/>
            </a:endParaRPr>
          </a:p>
          <a:p>
            <a:pPr indent="0" lvl="0" marL="0" rtl="0" algn="l">
              <a:lnSpc>
                <a:spcPct val="115000"/>
              </a:lnSpc>
              <a:spcBef>
                <a:spcPts val="0"/>
              </a:spcBef>
              <a:spcAft>
                <a:spcPts val="0"/>
              </a:spcAft>
              <a:buNone/>
            </a:pPr>
            <a:r>
              <a:rPr lang="en">
                <a:solidFill>
                  <a:srgbClr val="999999"/>
                </a:solidFill>
                <a:latin typeface="Inter"/>
                <a:ea typeface="Inter"/>
                <a:cs typeface="Inter"/>
                <a:sym typeface="Inter"/>
              </a:rPr>
              <a:t>Offer discounts to travelers</a:t>
            </a:r>
            <a:endParaRPr>
              <a:solidFill>
                <a:srgbClr val="999999"/>
              </a:solidFill>
              <a:latin typeface="Inter"/>
              <a:ea typeface="Inter"/>
              <a:cs typeface="Inter"/>
              <a:sym typeface="Inter"/>
            </a:endParaRPr>
          </a:p>
        </p:txBody>
      </p:sp>
      <p:sp>
        <p:nvSpPr>
          <p:cNvPr id="441" name="Google Shape;441;g2b8030a1825_0_401"/>
          <p:cNvSpPr/>
          <p:nvPr/>
        </p:nvSpPr>
        <p:spPr>
          <a:xfrm rot="-1663585">
            <a:off x="3439556" y="1855886"/>
            <a:ext cx="423643" cy="266775"/>
          </a:xfrm>
          <a:prstGeom prst="roundRect">
            <a:avLst>
              <a:gd fmla="val 11318" name="adj"/>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lt1"/>
                </a:solidFill>
                <a:latin typeface="Fredoka Medium"/>
                <a:ea typeface="Fredoka Medium"/>
                <a:cs typeface="Fredoka Medium"/>
                <a:sym typeface="Fredoka Medium"/>
              </a:rPr>
              <a:t>DO</a:t>
            </a:r>
            <a:endParaRPr sz="1100">
              <a:solidFill>
                <a:schemeClr val="lt1"/>
              </a:solidFill>
              <a:latin typeface="Fredoka Medium"/>
              <a:ea typeface="Fredoka Medium"/>
              <a:cs typeface="Fredoka Medium"/>
              <a:sym typeface="Fredoka Medium"/>
            </a:endParaRPr>
          </a:p>
        </p:txBody>
      </p:sp>
      <p:sp>
        <p:nvSpPr>
          <p:cNvPr id="442" name="Google Shape;442;g2b8030a1825_0_401"/>
          <p:cNvSpPr/>
          <p:nvPr/>
        </p:nvSpPr>
        <p:spPr>
          <a:xfrm rot="-1663627">
            <a:off x="5100054" y="3301419"/>
            <a:ext cx="509392" cy="266775"/>
          </a:xfrm>
          <a:prstGeom prst="roundRect">
            <a:avLst>
              <a:gd fmla="val 11318" name="adj"/>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lt1"/>
                </a:solidFill>
                <a:latin typeface="Fredoka Medium"/>
                <a:ea typeface="Fredoka Medium"/>
                <a:cs typeface="Fredoka Medium"/>
                <a:sym typeface="Fredoka Medium"/>
              </a:rPr>
              <a:t>GET</a:t>
            </a:r>
            <a:endParaRPr sz="1100">
              <a:solidFill>
                <a:schemeClr val="lt1"/>
              </a:solidFill>
              <a:latin typeface="Fredoka Medium"/>
              <a:ea typeface="Fredoka Medium"/>
              <a:cs typeface="Fredoka Medium"/>
              <a:sym typeface="Fredoka Medium"/>
            </a:endParaRPr>
          </a:p>
        </p:txBody>
      </p:sp>
      <p:sp>
        <p:nvSpPr>
          <p:cNvPr id="443" name="Google Shape;443;g2b8030a1825_0_401"/>
          <p:cNvSpPr txBox="1"/>
          <p:nvPr/>
        </p:nvSpPr>
        <p:spPr>
          <a:xfrm>
            <a:off x="5311275" y="3469675"/>
            <a:ext cx="3242400" cy="648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a:solidFill>
                  <a:srgbClr val="999999"/>
                </a:solidFill>
                <a:latin typeface="Inter"/>
                <a:ea typeface="Inter"/>
                <a:cs typeface="Inter"/>
                <a:sym typeface="Inter"/>
              </a:rPr>
              <a:t>Targeted advertising opportunities</a:t>
            </a:r>
            <a:endParaRPr>
              <a:solidFill>
                <a:srgbClr val="999999"/>
              </a:solidFill>
              <a:latin typeface="Inter"/>
              <a:ea typeface="Inter"/>
              <a:cs typeface="Inter"/>
              <a:sym typeface="Inter"/>
            </a:endParaRPr>
          </a:p>
          <a:p>
            <a:pPr indent="0" lvl="0" marL="0" rtl="0" algn="l">
              <a:lnSpc>
                <a:spcPct val="115000"/>
              </a:lnSpc>
              <a:spcBef>
                <a:spcPts val="0"/>
              </a:spcBef>
              <a:spcAft>
                <a:spcPts val="0"/>
              </a:spcAft>
              <a:buNone/>
            </a:pPr>
            <a:r>
              <a:t/>
            </a:r>
            <a:endParaRPr>
              <a:solidFill>
                <a:srgbClr val="999999"/>
              </a:solidFill>
              <a:latin typeface="Inter"/>
              <a:ea typeface="Inter"/>
              <a:cs typeface="Inter"/>
              <a:sym typeface="Inter"/>
            </a:endParaRPr>
          </a:p>
        </p:txBody>
      </p:sp>
      <p:cxnSp>
        <p:nvCxnSpPr>
          <p:cNvPr id="444" name="Google Shape;444;g2b8030a1825_0_401"/>
          <p:cNvCxnSpPr/>
          <p:nvPr/>
        </p:nvCxnSpPr>
        <p:spPr>
          <a:xfrm rot="10800000">
            <a:off x="968400" y="270025"/>
            <a:ext cx="8175600" cy="4800"/>
          </a:xfrm>
          <a:prstGeom prst="straightConnector1">
            <a:avLst/>
          </a:prstGeom>
          <a:noFill/>
          <a:ln cap="flat" cmpd="sng" w="28575">
            <a:solidFill>
              <a:srgbClr val="ED1E44"/>
            </a:solidFill>
            <a:prstDash val="solid"/>
            <a:round/>
            <a:headEnd len="med" w="med" type="none"/>
            <a:tailEnd len="med" w="med" type="none"/>
          </a:ln>
        </p:spPr>
      </p:cxnSp>
      <p:pic>
        <p:nvPicPr>
          <p:cNvPr id="445" name="Google Shape;445;g2b8030a1825_0_401"/>
          <p:cNvPicPr preferRelativeResize="0"/>
          <p:nvPr/>
        </p:nvPicPr>
        <p:blipFill rotWithShape="1">
          <a:blip r:embed="rId3">
            <a:alphaModFix/>
          </a:blip>
          <a:srcRect b="44952" l="23629" r="28117" t="0"/>
          <a:stretch/>
        </p:blipFill>
        <p:spPr>
          <a:xfrm>
            <a:off x="235225" y="181550"/>
            <a:ext cx="572326" cy="551551"/>
          </a:xfrm>
          <a:prstGeom prst="rect">
            <a:avLst/>
          </a:prstGeom>
          <a:noFill/>
          <a:ln>
            <a:noFill/>
          </a:ln>
        </p:spPr>
      </p:pic>
      <p:sp>
        <p:nvSpPr>
          <p:cNvPr id="446" name="Google Shape;446;g2b8030a1825_0_401"/>
          <p:cNvSpPr/>
          <p:nvPr/>
        </p:nvSpPr>
        <p:spPr>
          <a:xfrm>
            <a:off x="953075" y="419100"/>
            <a:ext cx="24425" cy="19050"/>
          </a:xfrm>
          <a:prstGeom prst="flowChartOnlineStorage">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47" name="Google Shape;447;g2b8030a1825_0_401"/>
          <p:cNvSpPr/>
          <p:nvPr/>
        </p:nvSpPr>
        <p:spPr>
          <a:xfrm>
            <a:off x="858750" y="260350"/>
            <a:ext cx="2147400" cy="294900"/>
          </a:xfrm>
          <a:prstGeom prst="roundRect">
            <a:avLst>
              <a:gd fmla="val 11318" name="adj"/>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Fredoka Medium"/>
                <a:ea typeface="Fredoka Medium"/>
                <a:cs typeface="Fredoka Medium"/>
                <a:sym typeface="Fredoka Medium"/>
              </a:rPr>
              <a:t>SPONSORS</a:t>
            </a:r>
            <a:endParaRPr>
              <a:solidFill>
                <a:schemeClr val="lt1"/>
              </a:solidFill>
              <a:latin typeface="Fredoka Medium"/>
              <a:ea typeface="Fredoka Medium"/>
              <a:cs typeface="Fredoka Medium"/>
              <a:sym typeface="Fredoka Medium"/>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g2b8030a1825_0_132"/>
          <p:cNvSpPr txBox="1"/>
          <p:nvPr/>
        </p:nvSpPr>
        <p:spPr>
          <a:xfrm>
            <a:off x="0" y="4729225"/>
            <a:ext cx="19170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999999"/>
                </a:solidFill>
                <a:latin typeface="Fredoka"/>
                <a:ea typeface="Fredoka"/>
                <a:cs typeface="Fredoka"/>
                <a:sym typeface="Fredoka"/>
              </a:rPr>
              <a:t>pockettours.com</a:t>
            </a:r>
            <a:endParaRPr sz="1100">
              <a:solidFill>
                <a:srgbClr val="999999"/>
              </a:solidFill>
              <a:latin typeface="Fredoka"/>
              <a:ea typeface="Fredoka"/>
              <a:cs typeface="Fredoka"/>
              <a:sym typeface="Fredoka"/>
            </a:endParaRPr>
          </a:p>
        </p:txBody>
      </p:sp>
      <p:sp>
        <p:nvSpPr>
          <p:cNvPr id="453" name="Google Shape;453;g2b8030a1825_0_132"/>
          <p:cNvSpPr txBox="1"/>
          <p:nvPr/>
        </p:nvSpPr>
        <p:spPr>
          <a:xfrm>
            <a:off x="8186700" y="4729225"/>
            <a:ext cx="957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999999"/>
                </a:solidFill>
                <a:latin typeface="Fredoka"/>
                <a:ea typeface="Fredoka"/>
                <a:cs typeface="Fredoka"/>
                <a:sym typeface="Fredoka"/>
              </a:rPr>
              <a:t>@2024</a:t>
            </a:r>
            <a:endParaRPr sz="1100">
              <a:solidFill>
                <a:srgbClr val="999999"/>
              </a:solidFill>
              <a:latin typeface="Fredoka"/>
              <a:ea typeface="Fredoka"/>
              <a:cs typeface="Fredoka"/>
              <a:sym typeface="Fredoka"/>
            </a:endParaRPr>
          </a:p>
        </p:txBody>
      </p:sp>
      <p:sp>
        <p:nvSpPr>
          <p:cNvPr id="454" name="Google Shape;454;g2b8030a1825_0_132"/>
          <p:cNvSpPr txBox="1"/>
          <p:nvPr/>
        </p:nvSpPr>
        <p:spPr>
          <a:xfrm>
            <a:off x="3613500" y="4729225"/>
            <a:ext cx="19170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999999"/>
                </a:solidFill>
                <a:latin typeface="Fredoka"/>
                <a:ea typeface="Fredoka"/>
                <a:cs typeface="Fredoka"/>
                <a:sym typeface="Fredoka"/>
              </a:rPr>
              <a:t>city</a:t>
            </a:r>
            <a:r>
              <a:rPr lang="en" sz="1100">
                <a:solidFill>
                  <a:srgbClr val="999999"/>
                </a:solidFill>
                <a:latin typeface="Fredoka"/>
                <a:ea typeface="Fredoka"/>
                <a:cs typeface="Fredoka"/>
                <a:sym typeface="Fredoka"/>
              </a:rPr>
              <a:t> tours in your pocket</a:t>
            </a:r>
            <a:endParaRPr sz="1100">
              <a:solidFill>
                <a:srgbClr val="999999"/>
              </a:solidFill>
              <a:latin typeface="Fredoka"/>
              <a:ea typeface="Fredoka"/>
              <a:cs typeface="Fredoka"/>
              <a:sym typeface="Fredoka"/>
            </a:endParaRPr>
          </a:p>
        </p:txBody>
      </p:sp>
      <p:sp>
        <p:nvSpPr>
          <p:cNvPr id="455" name="Google Shape;455;g2b8030a1825_0_132"/>
          <p:cNvSpPr txBox="1"/>
          <p:nvPr/>
        </p:nvSpPr>
        <p:spPr>
          <a:xfrm>
            <a:off x="1349700" y="1241538"/>
            <a:ext cx="6444600" cy="2801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3800">
                <a:solidFill>
                  <a:schemeClr val="dk2"/>
                </a:solidFill>
                <a:latin typeface="Inter"/>
                <a:ea typeface="Inter"/>
                <a:cs typeface="Inter"/>
                <a:sym typeface="Inter"/>
              </a:rPr>
              <a:t>Targeted </a:t>
            </a:r>
            <a:endParaRPr b="1" sz="3800">
              <a:solidFill>
                <a:schemeClr val="dk2"/>
              </a:solidFill>
              <a:latin typeface="Inter"/>
              <a:ea typeface="Inter"/>
              <a:cs typeface="Inter"/>
              <a:sym typeface="Inter"/>
            </a:endParaRPr>
          </a:p>
          <a:p>
            <a:pPr indent="0" lvl="0" marL="0" rtl="0" algn="ctr">
              <a:spcBef>
                <a:spcPts val="0"/>
              </a:spcBef>
              <a:spcAft>
                <a:spcPts val="0"/>
              </a:spcAft>
              <a:buNone/>
            </a:pPr>
            <a:r>
              <a:rPr b="1" lang="en" sz="5600">
                <a:solidFill>
                  <a:srgbClr val="ED1E44"/>
                </a:solidFill>
                <a:latin typeface="Fredoka"/>
                <a:ea typeface="Fredoka"/>
                <a:cs typeface="Fredoka"/>
                <a:sym typeface="Fredoka"/>
              </a:rPr>
              <a:t>marketing</a:t>
            </a:r>
            <a:r>
              <a:rPr b="1" lang="en" sz="3800">
                <a:solidFill>
                  <a:schemeClr val="dk2"/>
                </a:solidFill>
                <a:latin typeface="Fredoka"/>
                <a:ea typeface="Fredoka"/>
                <a:cs typeface="Fredoka"/>
                <a:sym typeface="Fredoka"/>
              </a:rPr>
              <a:t> </a:t>
            </a:r>
            <a:endParaRPr b="1" sz="3800">
              <a:solidFill>
                <a:schemeClr val="dk2"/>
              </a:solidFill>
              <a:latin typeface="Fredoka"/>
              <a:ea typeface="Fredoka"/>
              <a:cs typeface="Fredoka"/>
              <a:sym typeface="Fredoka"/>
            </a:endParaRPr>
          </a:p>
          <a:p>
            <a:pPr indent="0" lvl="0" marL="0" rtl="0" algn="ctr">
              <a:spcBef>
                <a:spcPts val="0"/>
              </a:spcBef>
              <a:spcAft>
                <a:spcPts val="0"/>
              </a:spcAft>
              <a:buNone/>
            </a:pPr>
            <a:r>
              <a:rPr b="1" lang="en" sz="3800">
                <a:solidFill>
                  <a:schemeClr val="dk2"/>
                </a:solidFill>
                <a:latin typeface="Inter"/>
                <a:ea typeface="Inter"/>
                <a:cs typeface="Inter"/>
                <a:sym typeface="Inter"/>
              </a:rPr>
              <a:t>for</a:t>
            </a:r>
            <a:endParaRPr b="1" sz="3800">
              <a:solidFill>
                <a:schemeClr val="dk2"/>
              </a:solidFill>
              <a:latin typeface="Inter"/>
              <a:ea typeface="Inter"/>
              <a:cs typeface="Inter"/>
              <a:sym typeface="Inter"/>
            </a:endParaRPr>
          </a:p>
          <a:p>
            <a:pPr indent="0" lvl="0" marL="0" rtl="0" algn="ctr">
              <a:spcBef>
                <a:spcPts val="0"/>
              </a:spcBef>
              <a:spcAft>
                <a:spcPts val="0"/>
              </a:spcAft>
              <a:buNone/>
            </a:pPr>
            <a:r>
              <a:rPr b="1" lang="en" sz="3800">
                <a:solidFill>
                  <a:schemeClr val="dk2"/>
                </a:solidFill>
                <a:latin typeface="Inter"/>
                <a:ea typeface="Inter"/>
                <a:cs typeface="Inter"/>
                <a:sym typeface="Inter"/>
              </a:rPr>
              <a:t>SMEs</a:t>
            </a:r>
            <a:endParaRPr b="1" sz="3800">
              <a:solidFill>
                <a:schemeClr val="dk2"/>
              </a:solidFill>
              <a:latin typeface="Inter"/>
              <a:ea typeface="Inter"/>
              <a:cs typeface="Inter"/>
              <a:sym typeface="Inter"/>
            </a:endParaRPr>
          </a:p>
        </p:txBody>
      </p:sp>
      <p:cxnSp>
        <p:nvCxnSpPr>
          <p:cNvPr id="456" name="Google Shape;456;g2b8030a1825_0_132"/>
          <p:cNvCxnSpPr/>
          <p:nvPr/>
        </p:nvCxnSpPr>
        <p:spPr>
          <a:xfrm rot="10800000">
            <a:off x="968400" y="270025"/>
            <a:ext cx="8175600" cy="4800"/>
          </a:xfrm>
          <a:prstGeom prst="straightConnector1">
            <a:avLst/>
          </a:prstGeom>
          <a:noFill/>
          <a:ln cap="flat" cmpd="sng" w="28575">
            <a:solidFill>
              <a:srgbClr val="ED1E44"/>
            </a:solidFill>
            <a:prstDash val="solid"/>
            <a:round/>
            <a:headEnd len="med" w="med" type="none"/>
            <a:tailEnd len="med" w="med" type="none"/>
          </a:ln>
        </p:spPr>
      </p:cxnSp>
      <p:pic>
        <p:nvPicPr>
          <p:cNvPr id="457" name="Google Shape;457;g2b8030a1825_0_132"/>
          <p:cNvPicPr preferRelativeResize="0"/>
          <p:nvPr/>
        </p:nvPicPr>
        <p:blipFill rotWithShape="1">
          <a:blip r:embed="rId3">
            <a:alphaModFix/>
          </a:blip>
          <a:srcRect b="44952" l="23629" r="28117" t="0"/>
          <a:stretch/>
        </p:blipFill>
        <p:spPr>
          <a:xfrm>
            <a:off x="235225" y="181550"/>
            <a:ext cx="572326" cy="551551"/>
          </a:xfrm>
          <a:prstGeom prst="rect">
            <a:avLst/>
          </a:prstGeom>
          <a:noFill/>
          <a:ln>
            <a:noFill/>
          </a:ln>
        </p:spPr>
      </p:pic>
      <p:sp>
        <p:nvSpPr>
          <p:cNvPr id="458" name="Google Shape;458;g2b8030a1825_0_132"/>
          <p:cNvSpPr/>
          <p:nvPr/>
        </p:nvSpPr>
        <p:spPr>
          <a:xfrm>
            <a:off x="953075" y="419100"/>
            <a:ext cx="24425" cy="19050"/>
          </a:xfrm>
          <a:prstGeom prst="flowChartOnlineStorage">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59" name="Google Shape;459;g2b8030a1825_0_132"/>
          <p:cNvSpPr/>
          <p:nvPr/>
        </p:nvSpPr>
        <p:spPr>
          <a:xfrm>
            <a:off x="858750" y="260350"/>
            <a:ext cx="2341800" cy="294900"/>
          </a:xfrm>
          <a:prstGeom prst="roundRect">
            <a:avLst>
              <a:gd fmla="val 11318" name="adj"/>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Fredoka Medium"/>
                <a:ea typeface="Fredoka Medium"/>
                <a:cs typeface="Fredoka Medium"/>
                <a:sym typeface="Fredoka Medium"/>
              </a:rPr>
              <a:t>TARGETED MARKETING</a:t>
            </a:r>
            <a:endParaRPr>
              <a:solidFill>
                <a:schemeClr val="lt1"/>
              </a:solidFill>
              <a:latin typeface="Fredoka Medium"/>
              <a:ea typeface="Fredoka Medium"/>
              <a:cs typeface="Fredoka Medium"/>
              <a:sym typeface="Fredoka Medium"/>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g2b8030a1825_0_421"/>
          <p:cNvSpPr txBox="1"/>
          <p:nvPr/>
        </p:nvSpPr>
        <p:spPr>
          <a:xfrm>
            <a:off x="0" y="4729225"/>
            <a:ext cx="19170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999999"/>
                </a:solidFill>
                <a:latin typeface="Fredoka"/>
                <a:ea typeface="Fredoka"/>
                <a:cs typeface="Fredoka"/>
                <a:sym typeface="Fredoka"/>
              </a:rPr>
              <a:t>pockettours.com</a:t>
            </a:r>
            <a:endParaRPr sz="1100">
              <a:solidFill>
                <a:srgbClr val="999999"/>
              </a:solidFill>
              <a:latin typeface="Fredoka"/>
              <a:ea typeface="Fredoka"/>
              <a:cs typeface="Fredoka"/>
              <a:sym typeface="Fredoka"/>
            </a:endParaRPr>
          </a:p>
        </p:txBody>
      </p:sp>
      <p:sp>
        <p:nvSpPr>
          <p:cNvPr id="465" name="Google Shape;465;g2b8030a1825_0_421"/>
          <p:cNvSpPr txBox="1"/>
          <p:nvPr/>
        </p:nvSpPr>
        <p:spPr>
          <a:xfrm>
            <a:off x="8186700" y="4729225"/>
            <a:ext cx="957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999999"/>
                </a:solidFill>
                <a:latin typeface="Fredoka"/>
                <a:ea typeface="Fredoka"/>
                <a:cs typeface="Fredoka"/>
                <a:sym typeface="Fredoka"/>
              </a:rPr>
              <a:t>@2024</a:t>
            </a:r>
            <a:endParaRPr sz="1100">
              <a:solidFill>
                <a:srgbClr val="999999"/>
              </a:solidFill>
              <a:latin typeface="Fredoka"/>
              <a:ea typeface="Fredoka"/>
              <a:cs typeface="Fredoka"/>
              <a:sym typeface="Fredoka"/>
            </a:endParaRPr>
          </a:p>
        </p:txBody>
      </p:sp>
      <p:sp>
        <p:nvSpPr>
          <p:cNvPr id="466" name="Google Shape;466;g2b8030a1825_0_421"/>
          <p:cNvSpPr txBox="1"/>
          <p:nvPr/>
        </p:nvSpPr>
        <p:spPr>
          <a:xfrm>
            <a:off x="3613500" y="4729225"/>
            <a:ext cx="19170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999999"/>
                </a:solidFill>
                <a:latin typeface="Fredoka"/>
                <a:ea typeface="Fredoka"/>
                <a:cs typeface="Fredoka"/>
                <a:sym typeface="Fredoka"/>
              </a:rPr>
              <a:t>city tours in your pocket</a:t>
            </a:r>
            <a:endParaRPr sz="1100">
              <a:solidFill>
                <a:srgbClr val="999999"/>
              </a:solidFill>
              <a:latin typeface="Fredoka"/>
              <a:ea typeface="Fredoka"/>
              <a:cs typeface="Fredoka"/>
              <a:sym typeface="Fredoka"/>
            </a:endParaRPr>
          </a:p>
        </p:txBody>
      </p:sp>
      <p:grpSp>
        <p:nvGrpSpPr>
          <p:cNvPr id="467" name="Google Shape;467;g2b8030a1825_0_421"/>
          <p:cNvGrpSpPr/>
          <p:nvPr/>
        </p:nvGrpSpPr>
        <p:grpSpPr>
          <a:xfrm>
            <a:off x="574240" y="1031754"/>
            <a:ext cx="7995520" cy="3754052"/>
            <a:chOff x="1646338" y="1323413"/>
            <a:chExt cx="7497675" cy="2931250"/>
          </a:xfrm>
        </p:grpSpPr>
        <p:pic>
          <p:nvPicPr>
            <p:cNvPr id="468" name="Google Shape;468;g2b8030a1825_0_421"/>
            <p:cNvPicPr preferRelativeResize="0"/>
            <p:nvPr/>
          </p:nvPicPr>
          <p:blipFill rotWithShape="1">
            <a:blip r:embed="rId3">
              <a:alphaModFix/>
            </a:blip>
            <a:srcRect b="24128" l="0" r="0" t="20684"/>
            <a:stretch/>
          </p:blipFill>
          <p:spPr>
            <a:xfrm>
              <a:off x="1646338" y="1387138"/>
              <a:ext cx="7497675" cy="2360026"/>
            </a:xfrm>
            <a:prstGeom prst="rect">
              <a:avLst/>
            </a:prstGeom>
            <a:noFill/>
            <a:ln>
              <a:noFill/>
            </a:ln>
          </p:spPr>
        </p:pic>
        <p:sp>
          <p:nvSpPr>
            <p:cNvPr id="469" name="Google Shape;469;g2b8030a1825_0_421"/>
            <p:cNvSpPr/>
            <p:nvPr/>
          </p:nvSpPr>
          <p:spPr>
            <a:xfrm>
              <a:off x="6179900" y="1323413"/>
              <a:ext cx="1688100" cy="410700"/>
            </a:xfrm>
            <a:prstGeom prst="wedgeRoundRectCallout">
              <a:avLst>
                <a:gd fmla="val -19458" name="adj1"/>
                <a:gd fmla="val 92561" name="adj2"/>
                <a:gd fmla="val 0" name="adj3"/>
              </a:avLst>
            </a:prstGeom>
            <a:solidFill>
              <a:srgbClr val="ED1E44"/>
            </a:solidFill>
            <a:ln cap="flat" cmpd="sng" w="19050">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Inter"/>
                  <a:ea typeface="Inter"/>
                  <a:cs typeface="Inter"/>
                  <a:sym typeface="Inter"/>
                </a:rPr>
                <a:t>Pastéis de belém</a:t>
              </a:r>
              <a:endParaRPr sz="1200">
                <a:solidFill>
                  <a:schemeClr val="lt1"/>
                </a:solidFill>
                <a:latin typeface="Inter"/>
                <a:ea typeface="Inter"/>
                <a:cs typeface="Inter"/>
                <a:sym typeface="Inter"/>
              </a:endParaRPr>
            </a:p>
          </p:txBody>
        </p:sp>
        <p:sp>
          <p:nvSpPr>
            <p:cNvPr id="470" name="Google Shape;470;g2b8030a1825_0_421"/>
            <p:cNvSpPr/>
            <p:nvPr/>
          </p:nvSpPr>
          <p:spPr>
            <a:xfrm>
              <a:off x="2443075" y="1351763"/>
              <a:ext cx="1688100" cy="354000"/>
            </a:xfrm>
            <a:prstGeom prst="wedgeRoundRectCallout">
              <a:avLst>
                <a:gd fmla="val 50233" name="adj1"/>
                <a:gd fmla="val 111627" name="adj2"/>
                <a:gd fmla="val 0" name="adj3"/>
              </a:avLst>
            </a:prstGeom>
            <a:solidFill>
              <a:srgbClr val="ED1E44"/>
            </a:solidFill>
            <a:ln cap="flat" cmpd="sng" w="19050">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Inter"/>
                  <a:ea typeface="Inter"/>
                  <a:cs typeface="Inter"/>
                  <a:sym typeface="Inter"/>
                </a:rPr>
                <a:t>Lisbon Souvenirs</a:t>
              </a:r>
              <a:endParaRPr sz="1200">
                <a:solidFill>
                  <a:schemeClr val="lt1"/>
                </a:solidFill>
                <a:latin typeface="Inter"/>
                <a:ea typeface="Inter"/>
                <a:cs typeface="Inter"/>
                <a:sym typeface="Inter"/>
              </a:endParaRPr>
            </a:p>
          </p:txBody>
        </p:sp>
        <p:sp>
          <p:nvSpPr>
            <p:cNvPr id="471" name="Google Shape;471;g2b8030a1825_0_421"/>
            <p:cNvSpPr/>
            <p:nvPr/>
          </p:nvSpPr>
          <p:spPr>
            <a:xfrm>
              <a:off x="3755100" y="3843963"/>
              <a:ext cx="1917000" cy="410700"/>
            </a:xfrm>
            <a:prstGeom prst="wedgeRoundRectCallout">
              <a:avLst>
                <a:gd fmla="val -49231" name="adj1"/>
                <a:gd fmla="val -172218" name="adj2"/>
                <a:gd fmla="val 0" name="adj3"/>
              </a:avLst>
            </a:prstGeom>
            <a:solidFill>
              <a:srgbClr val="ED1E44"/>
            </a:solidFill>
            <a:ln cap="flat" cmpd="sng" w="19050">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Inter"/>
                  <a:ea typeface="Inter"/>
                  <a:cs typeface="Inter"/>
                  <a:sym typeface="Inter"/>
                </a:rPr>
                <a:t>Sodré Restaurant</a:t>
              </a:r>
              <a:endParaRPr>
                <a:solidFill>
                  <a:schemeClr val="lt1"/>
                </a:solidFill>
                <a:latin typeface="Inter"/>
                <a:ea typeface="Inter"/>
                <a:cs typeface="Inter"/>
                <a:sym typeface="Inter"/>
              </a:endParaRPr>
            </a:p>
          </p:txBody>
        </p:sp>
        <p:sp>
          <p:nvSpPr>
            <p:cNvPr id="472" name="Google Shape;472;g2b8030a1825_0_421"/>
            <p:cNvSpPr/>
            <p:nvPr/>
          </p:nvSpPr>
          <p:spPr>
            <a:xfrm>
              <a:off x="6633925" y="3524513"/>
              <a:ext cx="2237400" cy="410700"/>
            </a:xfrm>
            <a:prstGeom prst="wedgeRoundRectCallout">
              <a:avLst>
                <a:gd fmla="val -49231" name="adj1"/>
                <a:gd fmla="val -172218" name="adj2"/>
                <a:gd fmla="val 0" name="adj3"/>
              </a:avLst>
            </a:prstGeom>
            <a:solidFill>
              <a:srgbClr val="ED1E44"/>
            </a:solidFill>
            <a:ln cap="flat" cmpd="sng" w="19050">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Inter"/>
                  <a:ea typeface="Inter"/>
                  <a:cs typeface="Inter"/>
                  <a:sym typeface="Inter"/>
                </a:rPr>
                <a:t>Mosteiro dos Jerónimos</a:t>
              </a:r>
              <a:endParaRPr sz="1200">
                <a:solidFill>
                  <a:schemeClr val="lt1"/>
                </a:solidFill>
                <a:latin typeface="Inter"/>
                <a:ea typeface="Inter"/>
                <a:cs typeface="Inter"/>
                <a:sym typeface="Inter"/>
              </a:endParaRPr>
            </a:p>
          </p:txBody>
        </p:sp>
      </p:grpSp>
      <p:cxnSp>
        <p:nvCxnSpPr>
          <p:cNvPr id="473" name="Google Shape;473;g2b8030a1825_0_421"/>
          <p:cNvCxnSpPr/>
          <p:nvPr/>
        </p:nvCxnSpPr>
        <p:spPr>
          <a:xfrm rot="10800000">
            <a:off x="968400" y="270025"/>
            <a:ext cx="8175600" cy="4800"/>
          </a:xfrm>
          <a:prstGeom prst="straightConnector1">
            <a:avLst/>
          </a:prstGeom>
          <a:noFill/>
          <a:ln cap="flat" cmpd="sng" w="28575">
            <a:solidFill>
              <a:srgbClr val="ED1E44"/>
            </a:solidFill>
            <a:prstDash val="solid"/>
            <a:round/>
            <a:headEnd len="med" w="med" type="none"/>
            <a:tailEnd len="med" w="med" type="none"/>
          </a:ln>
        </p:spPr>
      </p:cxnSp>
      <p:pic>
        <p:nvPicPr>
          <p:cNvPr id="474" name="Google Shape;474;g2b8030a1825_0_421"/>
          <p:cNvPicPr preferRelativeResize="0"/>
          <p:nvPr/>
        </p:nvPicPr>
        <p:blipFill rotWithShape="1">
          <a:blip r:embed="rId4">
            <a:alphaModFix/>
          </a:blip>
          <a:srcRect b="44952" l="23629" r="28117" t="0"/>
          <a:stretch/>
        </p:blipFill>
        <p:spPr>
          <a:xfrm>
            <a:off x="235225" y="181550"/>
            <a:ext cx="572326" cy="551551"/>
          </a:xfrm>
          <a:prstGeom prst="rect">
            <a:avLst/>
          </a:prstGeom>
          <a:noFill/>
          <a:ln>
            <a:noFill/>
          </a:ln>
        </p:spPr>
      </p:pic>
      <p:sp>
        <p:nvSpPr>
          <p:cNvPr id="475" name="Google Shape;475;g2b8030a1825_0_421"/>
          <p:cNvSpPr/>
          <p:nvPr/>
        </p:nvSpPr>
        <p:spPr>
          <a:xfrm>
            <a:off x="953075" y="419100"/>
            <a:ext cx="24425" cy="19050"/>
          </a:xfrm>
          <a:prstGeom prst="flowChartOnlineStorage">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76" name="Google Shape;476;g2b8030a1825_0_421"/>
          <p:cNvSpPr/>
          <p:nvPr/>
        </p:nvSpPr>
        <p:spPr>
          <a:xfrm>
            <a:off x="858750" y="260350"/>
            <a:ext cx="2341800" cy="294900"/>
          </a:xfrm>
          <a:prstGeom prst="roundRect">
            <a:avLst>
              <a:gd fmla="val 11318" name="adj"/>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Fredoka Medium"/>
                <a:ea typeface="Fredoka Medium"/>
                <a:cs typeface="Fredoka Medium"/>
                <a:sym typeface="Fredoka Medium"/>
              </a:rPr>
              <a:t>TARGETED MARKETING</a:t>
            </a:r>
            <a:endParaRPr>
              <a:solidFill>
                <a:schemeClr val="lt1"/>
              </a:solidFill>
              <a:latin typeface="Fredoka Medium"/>
              <a:ea typeface="Fredoka Medium"/>
              <a:cs typeface="Fredoka Medium"/>
              <a:sym typeface="Fredoka Medium"/>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cxnSp>
        <p:nvCxnSpPr>
          <p:cNvPr id="481" name="Google Shape;481;g2b8030a1825_0_214"/>
          <p:cNvCxnSpPr/>
          <p:nvPr/>
        </p:nvCxnSpPr>
        <p:spPr>
          <a:xfrm rot="10800000">
            <a:off x="968400" y="270025"/>
            <a:ext cx="8175600" cy="4800"/>
          </a:xfrm>
          <a:prstGeom prst="straightConnector1">
            <a:avLst/>
          </a:prstGeom>
          <a:noFill/>
          <a:ln cap="flat" cmpd="sng" w="28575">
            <a:solidFill>
              <a:srgbClr val="ED1E44"/>
            </a:solidFill>
            <a:prstDash val="solid"/>
            <a:round/>
            <a:headEnd len="med" w="med" type="none"/>
            <a:tailEnd len="med" w="med" type="none"/>
          </a:ln>
        </p:spPr>
      </p:cxnSp>
      <p:pic>
        <p:nvPicPr>
          <p:cNvPr id="482" name="Google Shape;482;g2b8030a1825_0_214"/>
          <p:cNvPicPr preferRelativeResize="0"/>
          <p:nvPr/>
        </p:nvPicPr>
        <p:blipFill rotWithShape="1">
          <a:blip r:embed="rId3">
            <a:alphaModFix/>
          </a:blip>
          <a:srcRect b="44952" l="23629" r="28117" t="0"/>
          <a:stretch/>
        </p:blipFill>
        <p:spPr>
          <a:xfrm>
            <a:off x="235225" y="181550"/>
            <a:ext cx="572326" cy="551551"/>
          </a:xfrm>
          <a:prstGeom prst="rect">
            <a:avLst/>
          </a:prstGeom>
          <a:noFill/>
          <a:ln>
            <a:noFill/>
          </a:ln>
        </p:spPr>
      </p:pic>
      <p:sp>
        <p:nvSpPr>
          <p:cNvPr id="483" name="Google Shape;483;g2b8030a1825_0_214"/>
          <p:cNvSpPr/>
          <p:nvPr/>
        </p:nvSpPr>
        <p:spPr>
          <a:xfrm>
            <a:off x="953075" y="419100"/>
            <a:ext cx="24425" cy="19050"/>
          </a:xfrm>
          <a:prstGeom prst="flowChartOnlineStorage">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84" name="Google Shape;484;g2b8030a1825_0_214"/>
          <p:cNvSpPr txBox="1"/>
          <p:nvPr/>
        </p:nvSpPr>
        <p:spPr>
          <a:xfrm>
            <a:off x="0" y="4729225"/>
            <a:ext cx="19170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999999"/>
                </a:solidFill>
                <a:latin typeface="Fredoka"/>
                <a:ea typeface="Fredoka"/>
                <a:cs typeface="Fredoka"/>
                <a:sym typeface="Fredoka"/>
              </a:rPr>
              <a:t>pockettours.com</a:t>
            </a:r>
            <a:endParaRPr sz="1100">
              <a:solidFill>
                <a:srgbClr val="999999"/>
              </a:solidFill>
              <a:latin typeface="Fredoka"/>
              <a:ea typeface="Fredoka"/>
              <a:cs typeface="Fredoka"/>
              <a:sym typeface="Fredoka"/>
            </a:endParaRPr>
          </a:p>
        </p:txBody>
      </p:sp>
      <p:sp>
        <p:nvSpPr>
          <p:cNvPr id="485" name="Google Shape;485;g2b8030a1825_0_214"/>
          <p:cNvSpPr txBox="1"/>
          <p:nvPr/>
        </p:nvSpPr>
        <p:spPr>
          <a:xfrm>
            <a:off x="8186700" y="4729225"/>
            <a:ext cx="957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999999"/>
                </a:solidFill>
                <a:latin typeface="Fredoka"/>
                <a:ea typeface="Fredoka"/>
                <a:cs typeface="Fredoka"/>
                <a:sym typeface="Fredoka"/>
              </a:rPr>
              <a:t>@2024</a:t>
            </a:r>
            <a:endParaRPr sz="1100">
              <a:solidFill>
                <a:srgbClr val="999999"/>
              </a:solidFill>
              <a:latin typeface="Fredoka"/>
              <a:ea typeface="Fredoka"/>
              <a:cs typeface="Fredoka"/>
              <a:sym typeface="Fredoka"/>
            </a:endParaRPr>
          </a:p>
        </p:txBody>
      </p:sp>
      <p:sp>
        <p:nvSpPr>
          <p:cNvPr id="486" name="Google Shape;486;g2b8030a1825_0_214"/>
          <p:cNvSpPr txBox="1"/>
          <p:nvPr/>
        </p:nvSpPr>
        <p:spPr>
          <a:xfrm>
            <a:off x="3613500" y="4729225"/>
            <a:ext cx="19170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999999"/>
                </a:solidFill>
                <a:latin typeface="Fredoka"/>
                <a:ea typeface="Fredoka"/>
                <a:cs typeface="Fredoka"/>
                <a:sym typeface="Fredoka"/>
              </a:rPr>
              <a:t>city tours in your pocket</a:t>
            </a:r>
            <a:endParaRPr sz="1100">
              <a:solidFill>
                <a:srgbClr val="999999"/>
              </a:solidFill>
              <a:latin typeface="Fredoka"/>
              <a:ea typeface="Fredoka"/>
              <a:cs typeface="Fredoka"/>
              <a:sym typeface="Fredoka"/>
            </a:endParaRPr>
          </a:p>
        </p:txBody>
      </p:sp>
      <p:sp>
        <p:nvSpPr>
          <p:cNvPr id="487" name="Google Shape;487;g2b8030a1825_0_214"/>
          <p:cNvSpPr/>
          <p:nvPr/>
        </p:nvSpPr>
        <p:spPr>
          <a:xfrm>
            <a:off x="858750" y="260350"/>
            <a:ext cx="2341800" cy="294900"/>
          </a:xfrm>
          <a:prstGeom prst="roundRect">
            <a:avLst>
              <a:gd fmla="val 11318" name="adj"/>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Fredoka Medium"/>
                <a:ea typeface="Fredoka Medium"/>
                <a:cs typeface="Fredoka Medium"/>
                <a:sym typeface="Fredoka Medium"/>
              </a:rPr>
              <a:t>BUSINESS MODEL</a:t>
            </a:r>
            <a:endParaRPr>
              <a:solidFill>
                <a:schemeClr val="lt1"/>
              </a:solidFill>
              <a:latin typeface="Fredoka Medium"/>
              <a:ea typeface="Fredoka Medium"/>
              <a:cs typeface="Fredoka Medium"/>
              <a:sym typeface="Fredoka Medium"/>
            </a:endParaRPr>
          </a:p>
        </p:txBody>
      </p:sp>
      <p:sp>
        <p:nvSpPr>
          <p:cNvPr id="488" name="Google Shape;488;g2b8030a1825_0_214"/>
          <p:cNvSpPr txBox="1"/>
          <p:nvPr/>
        </p:nvSpPr>
        <p:spPr>
          <a:xfrm>
            <a:off x="1879048" y="1016491"/>
            <a:ext cx="5127900" cy="52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200">
                <a:solidFill>
                  <a:srgbClr val="999999"/>
                </a:solidFill>
                <a:latin typeface="Inter"/>
                <a:ea typeface="Inter"/>
                <a:cs typeface="Inter"/>
                <a:sym typeface="Inter"/>
              </a:rPr>
              <a:t>From </a:t>
            </a:r>
            <a:r>
              <a:rPr lang="en" sz="2200">
                <a:solidFill>
                  <a:srgbClr val="999999"/>
                </a:solidFill>
                <a:latin typeface="Inter"/>
                <a:ea typeface="Inter"/>
                <a:cs typeface="Inter"/>
                <a:sym typeface="Inter"/>
              </a:rPr>
              <a:t>every tour sold on the app</a:t>
            </a:r>
            <a:endParaRPr sz="2200">
              <a:solidFill>
                <a:srgbClr val="999999"/>
              </a:solidFill>
              <a:latin typeface="Inter"/>
              <a:ea typeface="Inter"/>
              <a:cs typeface="Inter"/>
              <a:sym typeface="Inter"/>
            </a:endParaRPr>
          </a:p>
        </p:txBody>
      </p:sp>
      <p:sp>
        <p:nvSpPr>
          <p:cNvPr id="489" name="Google Shape;489;g2b8030a1825_0_214"/>
          <p:cNvSpPr/>
          <p:nvPr/>
        </p:nvSpPr>
        <p:spPr>
          <a:xfrm>
            <a:off x="968400" y="943888"/>
            <a:ext cx="1068600" cy="516600"/>
          </a:xfrm>
          <a:prstGeom prst="roundRect">
            <a:avLst>
              <a:gd fmla="val 11318" name="adj"/>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spcBef>
                <a:spcPts val="0"/>
              </a:spcBef>
              <a:spcAft>
                <a:spcPts val="0"/>
              </a:spcAft>
              <a:buNone/>
            </a:pPr>
            <a:r>
              <a:rPr lang="en" sz="3000">
                <a:solidFill>
                  <a:schemeClr val="lt1"/>
                </a:solidFill>
                <a:latin typeface="Fredoka Medium"/>
                <a:ea typeface="Fredoka Medium"/>
                <a:cs typeface="Fredoka Medium"/>
                <a:sym typeface="Fredoka Medium"/>
              </a:rPr>
              <a:t>20%</a:t>
            </a:r>
            <a:endParaRPr sz="3000">
              <a:solidFill>
                <a:schemeClr val="lt1"/>
              </a:solidFill>
              <a:latin typeface="Fredoka Medium"/>
              <a:ea typeface="Fredoka Medium"/>
              <a:cs typeface="Fredoka Medium"/>
              <a:sym typeface="Fredoka Medium"/>
            </a:endParaRPr>
          </a:p>
        </p:txBody>
      </p:sp>
      <p:sp>
        <p:nvSpPr>
          <p:cNvPr id="490" name="Google Shape;490;g2b8030a1825_0_214"/>
          <p:cNvSpPr/>
          <p:nvPr/>
        </p:nvSpPr>
        <p:spPr>
          <a:xfrm>
            <a:off x="968400" y="1661774"/>
            <a:ext cx="1068600" cy="516600"/>
          </a:xfrm>
          <a:prstGeom prst="roundRect">
            <a:avLst>
              <a:gd fmla="val 11318" name="adj"/>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spcBef>
                <a:spcPts val="0"/>
              </a:spcBef>
              <a:spcAft>
                <a:spcPts val="0"/>
              </a:spcAft>
              <a:buNone/>
            </a:pPr>
            <a:r>
              <a:rPr lang="en" sz="3000">
                <a:solidFill>
                  <a:schemeClr val="lt1"/>
                </a:solidFill>
                <a:latin typeface="Fredoka Medium"/>
                <a:ea typeface="Fredoka Medium"/>
                <a:cs typeface="Fredoka Medium"/>
                <a:sym typeface="Fredoka Medium"/>
              </a:rPr>
              <a:t>5</a:t>
            </a:r>
            <a:r>
              <a:rPr lang="en" sz="2800">
                <a:solidFill>
                  <a:schemeClr val="lt1"/>
                </a:solidFill>
                <a:latin typeface="Fredoka"/>
                <a:ea typeface="Fredoka"/>
                <a:cs typeface="Fredoka"/>
                <a:sym typeface="Fredoka"/>
              </a:rPr>
              <a:t>€</a:t>
            </a:r>
            <a:endParaRPr sz="3800">
              <a:solidFill>
                <a:schemeClr val="lt1"/>
              </a:solidFill>
              <a:latin typeface="Fredoka"/>
              <a:ea typeface="Fredoka"/>
              <a:cs typeface="Fredoka"/>
              <a:sym typeface="Fredoka"/>
            </a:endParaRPr>
          </a:p>
        </p:txBody>
      </p:sp>
      <p:sp>
        <p:nvSpPr>
          <p:cNvPr id="491" name="Google Shape;491;g2b8030a1825_0_214"/>
          <p:cNvSpPr/>
          <p:nvPr/>
        </p:nvSpPr>
        <p:spPr>
          <a:xfrm>
            <a:off x="968400" y="3052740"/>
            <a:ext cx="1068600" cy="516600"/>
          </a:xfrm>
          <a:prstGeom prst="roundRect">
            <a:avLst>
              <a:gd fmla="val 11318" name="adj"/>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spcBef>
                <a:spcPts val="0"/>
              </a:spcBef>
              <a:spcAft>
                <a:spcPts val="0"/>
              </a:spcAft>
              <a:buNone/>
            </a:pPr>
            <a:r>
              <a:rPr lang="en" sz="3000">
                <a:solidFill>
                  <a:schemeClr val="lt1"/>
                </a:solidFill>
                <a:latin typeface="Fredoka Medium"/>
                <a:ea typeface="Fredoka Medium"/>
                <a:cs typeface="Fredoka Medium"/>
                <a:sym typeface="Fredoka Medium"/>
              </a:rPr>
              <a:t>Ads</a:t>
            </a:r>
            <a:endParaRPr sz="3000">
              <a:solidFill>
                <a:schemeClr val="lt1"/>
              </a:solidFill>
              <a:latin typeface="Fredoka Medium"/>
              <a:ea typeface="Fredoka Medium"/>
              <a:cs typeface="Fredoka Medium"/>
              <a:sym typeface="Fredoka Medium"/>
            </a:endParaRPr>
          </a:p>
        </p:txBody>
      </p:sp>
      <p:sp>
        <p:nvSpPr>
          <p:cNvPr id="492" name="Google Shape;492;g2b8030a1825_0_214"/>
          <p:cNvSpPr txBox="1"/>
          <p:nvPr/>
        </p:nvSpPr>
        <p:spPr>
          <a:xfrm>
            <a:off x="2036998" y="1717206"/>
            <a:ext cx="5714400" cy="52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200">
                <a:solidFill>
                  <a:srgbClr val="999999"/>
                </a:solidFill>
                <a:latin typeface="Inter"/>
                <a:ea typeface="Inter"/>
                <a:cs typeface="Inter"/>
                <a:sym typeface="Inter"/>
              </a:rPr>
              <a:t>Monthly subscription from Guides</a:t>
            </a:r>
            <a:endParaRPr sz="2200">
              <a:solidFill>
                <a:srgbClr val="999999"/>
              </a:solidFill>
              <a:latin typeface="Inter"/>
              <a:ea typeface="Inter"/>
              <a:cs typeface="Inter"/>
              <a:sym typeface="Inter"/>
            </a:endParaRPr>
          </a:p>
        </p:txBody>
      </p:sp>
      <p:sp>
        <p:nvSpPr>
          <p:cNvPr id="493" name="Google Shape;493;g2b8030a1825_0_214"/>
          <p:cNvSpPr txBox="1"/>
          <p:nvPr/>
        </p:nvSpPr>
        <p:spPr>
          <a:xfrm>
            <a:off x="1879048" y="3077087"/>
            <a:ext cx="5127900" cy="52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200">
                <a:solidFill>
                  <a:srgbClr val="999999"/>
                </a:solidFill>
                <a:latin typeface="Inter"/>
                <a:ea typeface="Inter"/>
                <a:cs typeface="Inter"/>
                <a:sym typeface="Inter"/>
              </a:rPr>
              <a:t>Running on the app</a:t>
            </a:r>
            <a:endParaRPr sz="2200">
              <a:solidFill>
                <a:srgbClr val="999999"/>
              </a:solidFill>
              <a:latin typeface="Inter"/>
              <a:ea typeface="Inter"/>
              <a:cs typeface="Inter"/>
              <a:sym typeface="Inter"/>
            </a:endParaRPr>
          </a:p>
        </p:txBody>
      </p:sp>
      <p:sp>
        <p:nvSpPr>
          <p:cNvPr id="494" name="Google Shape;494;g2b8030a1825_0_214"/>
          <p:cNvSpPr/>
          <p:nvPr/>
        </p:nvSpPr>
        <p:spPr>
          <a:xfrm>
            <a:off x="968400" y="2357257"/>
            <a:ext cx="1068600" cy="516600"/>
          </a:xfrm>
          <a:prstGeom prst="roundRect">
            <a:avLst>
              <a:gd fmla="val 11318" name="adj"/>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spcBef>
                <a:spcPts val="0"/>
              </a:spcBef>
              <a:spcAft>
                <a:spcPts val="0"/>
              </a:spcAft>
              <a:buNone/>
            </a:pPr>
            <a:r>
              <a:rPr lang="en" sz="3000">
                <a:solidFill>
                  <a:schemeClr val="lt1"/>
                </a:solidFill>
                <a:latin typeface="Fredoka Medium"/>
                <a:ea typeface="Fredoka Medium"/>
                <a:cs typeface="Fredoka Medium"/>
                <a:sym typeface="Fredoka Medium"/>
              </a:rPr>
              <a:t>15</a:t>
            </a:r>
            <a:r>
              <a:rPr lang="en" sz="2800">
                <a:solidFill>
                  <a:schemeClr val="lt1"/>
                </a:solidFill>
                <a:latin typeface="Fredoka"/>
                <a:ea typeface="Fredoka"/>
                <a:cs typeface="Fredoka"/>
                <a:sym typeface="Fredoka"/>
              </a:rPr>
              <a:t>€</a:t>
            </a:r>
            <a:endParaRPr sz="3000">
              <a:solidFill>
                <a:schemeClr val="lt1"/>
              </a:solidFill>
              <a:latin typeface="Fredoka Medium"/>
              <a:ea typeface="Fredoka Medium"/>
              <a:cs typeface="Fredoka Medium"/>
              <a:sym typeface="Fredoka Medium"/>
            </a:endParaRPr>
          </a:p>
        </p:txBody>
      </p:sp>
      <p:sp>
        <p:nvSpPr>
          <p:cNvPr id="495" name="Google Shape;495;g2b8030a1825_0_214"/>
          <p:cNvSpPr txBox="1"/>
          <p:nvPr/>
        </p:nvSpPr>
        <p:spPr>
          <a:xfrm>
            <a:off x="2036998" y="2393563"/>
            <a:ext cx="5714400" cy="52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200">
                <a:solidFill>
                  <a:srgbClr val="999999"/>
                </a:solidFill>
                <a:latin typeface="Inter"/>
                <a:ea typeface="Inter"/>
                <a:cs typeface="Inter"/>
                <a:sym typeface="Inter"/>
              </a:rPr>
              <a:t>Traveler Premium Subscription</a:t>
            </a:r>
            <a:endParaRPr sz="2200">
              <a:solidFill>
                <a:srgbClr val="999999"/>
              </a:solidFill>
              <a:latin typeface="Inter"/>
              <a:ea typeface="Inter"/>
              <a:cs typeface="Inter"/>
              <a:sym typeface="Inter"/>
            </a:endParaRPr>
          </a:p>
        </p:txBody>
      </p:sp>
      <p:sp>
        <p:nvSpPr>
          <p:cNvPr id="496" name="Google Shape;496;g2b8030a1825_0_214"/>
          <p:cNvSpPr/>
          <p:nvPr/>
        </p:nvSpPr>
        <p:spPr>
          <a:xfrm>
            <a:off x="968400" y="3793052"/>
            <a:ext cx="1068600" cy="516600"/>
          </a:xfrm>
          <a:prstGeom prst="roundRect">
            <a:avLst>
              <a:gd fmla="val 11318" name="adj"/>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spcBef>
                <a:spcPts val="0"/>
              </a:spcBef>
              <a:spcAft>
                <a:spcPts val="0"/>
              </a:spcAft>
              <a:buNone/>
            </a:pPr>
            <a:r>
              <a:rPr lang="en" sz="2800">
                <a:solidFill>
                  <a:schemeClr val="lt1"/>
                </a:solidFill>
                <a:latin typeface="Fredoka"/>
                <a:ea typeface="Fredoka"/>
                <a:cs typeface="Fredoka"/>
                <a:sym typeface="Fredoka"/>
              </a:rPr>
              <a:t>€</a:t>
            </a:r>
            <a:endParaRPr sz="3000">
              <a:solidFill>
                <a:schemeClr val="lt1"/>
              </a:solidFill>
              <a:latin typeface="Fredoka Medium"/>
              <a:ea typeface="Fredoka Medium"/>
              <a:cs typeface="Fredoka Medium"/>
              <a:sym typeface="Fredoka Medium"/>
            </a:endParaRPr>
          </a:p>
        </p:txBody>
      </p:sp>
      <p:sp>
        <p:nvSpPr>
          <p:cNvPr id="497" name="Google Shape;497;g2b8030a1825_0_214"/>
          <p:cNvSpPr txBox="1"/>
          <p:nvPr/>
        </p:nvSpPr>
        <p:spPr>
          <a:xfrm>
            <a:off x="1879048" y="3817399"/>
            <a:ext cx="5127900" cy="52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200">
                <a:solidFill>
                  <a:srgbClr val="999999"/>
                </a:solidFill>
                <a:latin typeface="Inter"/>
                <a:ea typeface="Inter"/>
                <a:cs typeface="Inter"/>
                <a:sym typeface="Inter"/>
              </a:rPr>
              <a:t>Highlighted tours</a:t>
            </a:r>
            <a:endParaRPr sz="2200">
              <a:solidFill>
                <a:srgbClr val="999999"/>
              </a:solidFill>
              <a:latin typeface="Inter"/>
              <a:ea typeface="Inter"/>
              <a:cs typeface="Inter"/>
              <a:sym typeface="Inte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cxnSp>
        <p:nvCxnSpPr>
          <p:cNvPr id="502" name="Google Shape;502;g2bf215b6af8_0_150"/>
          <p:cNvCxnSpPr/>
          <p:nvPr/>
        </p:nvCxnSpPr>
        <p:spPr>
          <a:xfrm rot="10800000">
            <a:off x="968400" y="270025"/>
            <a:ext cx="8175600" cy="4800"/>
          </a:xfrm>
          <a:prstGeom prst="straightConnector1">
            <a:avLst/>
          </a:prstGeom>
          <a:noFill/>
          <a:ln cap="flat" cmpd="sng" w="28575">
            <a:solidFill>
              <a:srgbClr val="ED1E44"/>
            </a:solidFill>
            <a:prstDash val="solid"/>
            <a:round/>
            <a:headEnd len="med" w="med" type="none"/>
            <a:tailEnd len="med" w="med" type="none"/>
          </a:ln>
        </p:spPr>
      </p:cxnSp>
      <p:pic>
        <p:nvPicPr>
          <p:cNvPr id="503" name="Google Shape;503;g2bf215b6af8_0_150"/>
          <p:cNvPicPr preferRelativeResize="0"/>
          <p:nvPr/>
        </p:nvPicPr>
        <p:blipFill rotWithShape="1">
          <a:blip r:embed="rId3">
            <a:alphaModFix/>
          </a:blip>
          <a:srcRect b="44952" l="23629" r="28117" t="0"/>
          <a:stretch/>
        </p:blipFill>
        <p:spPr>
          <a:xfrm>
            <a:off x="235225" y="181550"/>
            <a:ext cx="572326" cy="551551"/>
          </a:xfrm>
          <a:prstGeom prst="rect">
            <a:avLst/>
          </a:prstGeom>
          <a:noFill/>
          <a:ln>
            <a:noFill/>
          </a:ln>
        </p:spPr>
      </p:pic>
      <p:sp>
        <p:nvSpPr>
          <p:cNvPr id="504" name="Google Shape;504;g2bf215b6af8_0_150"/>
          <p:cNvSpPr/>
          <p:nvPr/>
        </p:nvSpPr>
        <p:spPr>
          <a:xfrm>
            <a:off x="953075" y="419100"/>
            <a:ext cx="24425" cy="19050"/>
          </a:xfrm>
          <a:prstGeom prst="flowChartOnlineStorage">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05" name="Google Shape;505;g2bf215b6af8_0_150"/>
          <p:cNvSpPr txBox="1"/>
          <p:nvPr/>
        </p:nvSpPr>
        <p:spPr>
          <a:xfrm>
            <a:off x="0" y="4729225"/>
            <a:ext cx="19170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999999"/>
                </a:solidFill>
                <a:latin typeface="Fredoka"/>
                <a:ea typeface="Fredoka"/>
                <a:cs typeface="Fredoka"/>
                <a:sym typeface="Fredoka"/>
              </a:rPr>
              <a:t>pockettours.com</a:t>
            </a:r>
            <a:endParaRPr sz="1100">
              <a:solidFill>
                <a:srgbClr val="999999"/>
              </a:solidFill>
              <a:latin typeface="Fredoka"/>
              <a:ea typeface="Fredoka"/>
              <a:cs typeface="Fredoka"/>
              <a:sym typeface="Fredoka"/>
            </a:endParaRPr>
          </a:p>
        </p:txBody>
      </p:sp>
      <p:sp>
        <p:nvSpPr>
          <p:cNvPr id="506" name="Google Shape;506;g2bf215b6af8_0_150"/>
          <p:cNvSpPr txBox="1"/>
          <p:nvPr/>
        </p:nvSpPr>
        <p:spPr>
          <a:xfrm>
            <a:off x="8186700" y="4729225"/>
            <a:ext cx="957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999999"/>
                </a:solidFill>
                <a:latin typeface="Fredoka"/>
                <a:ea typeface="Fredoka"/>
                <a:cs typeface="Fredoka"/>
                <a:sym typeface="Fredoka"/>
              </a:rPr>
              <a:t>@2024</a:t>
            </a:r>
            <a:endParaRPr sz="1100">
              <a:solidFill>
                <a:srgbClr val="999999"/>
              </a:solidFill>
              <a:latin typeface="Fredoka"/>
              <a:ea typeface="Fredoka"/>
              <a:cs typeface="Fredoka"/>
              <a:sym typeface="Fredoka"/>
            </a:endParaRPr>
          </a:p>
        </p:txBody>
      </p:sp>
      <p:sp>
        <p:nvSpPr>
          <p:cNvPr id="507" name="Google Shape;507;g2bf215b6af8_0_150"/>
          <p:cNvSpPr txBox="1"/>
          <p:nvPr/>
        </p:nvSpPr>
        <p:spPr>
          <a:xfrm>
            <a:off x="3613500" y="4729225"/>
            <a:ext cx="19170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999999"/>
                </a:solidFill>
                <a:latin typeface="Fredoka"/>
                <a:ea typeface="Fredoka"/>
                <a:cs typeface="Fredoka"/>
                <a:sym typeface="Fredoka"/>
              </a:rPr>
              <a:t>city tours in your pocket</a:t>
            </a:r>
            <a:endParaRPr sz="1100">
              <a:solidFill>
                <a:srgbClr val="999999"/>
              </a:solidFill>
              <a:latin typeface="Fredoka"/>
              <a:ea typeface="Fredoka"/>
              <a:cs typeface="Fredoka"/>
              <a:sym typeface="Fredoka"/>
            </a:endParaRPr>
          </a:p>
        </p:txBody>
      </p:sp>
      <p:sp>
        <p:nvSpPr>
          <p:cNvPr id="508" name="Google Shape;508;g2bf215b6af8_0_150"/>
          <p:cNvSpPr/>
          <p:nvPr/>
        </p:nvSpPr>
        <p:spPr>
          <a:xfrm>
            <a:off x="858750" y="260350"/>
            <a:ext cx="2341800" cy="294900"/>
          </a:xfrm>
          <a:prstGeom prst="roundRect">
            <a:avLst>
              <a:gd fmla="val 11318" name="adj"/>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Fredoka Medium"/>
                <a:ea typeface="Fredoka Medium"/>
                <a:cs typeface="Fredoka Medium"/>
                <a:sym typeface="Fredoka Medium"/>
              </a:rPr>
              <a:t>Product Features</a:t>
            </a:r>
            <a:endParaRPr>
              <a:solidFill>
                <a:schemeClr val="lt1"/>
              </a:solidFill>
              <a:latin typeface="Fredoka Medium"/>
              <a:ea typeface="Fredoka Medium"/>
              <a:cs typeface="Fredoka Medium"/>
              <a:sym typeface="Fredoka Medium"/>
            </a:endParaRPr>
          </a:p>
        </p:txBody>
      </p:sp>
      <p:cxnSp>
        <p:nvCxnSpPr>
          <p:cNvPr id="509" name="Google Shape;509;g2bf215b6af8_0_150"/>
          <p:cNvCxnSpPr/>
          <p:nvPr/>
        </p:nvCxnSpPr>
        <p:spPr>
          <a:xfrm rot="10800000">
            <a:off x="3000" y="1431375"/>
            <a:ext cx="9138000" cy="2400"/>
          </a:xfrm>
          <a:prstGeom prst="straightConnector1">
            <a:avLst/>
          </a:prstGeom>
          <a:noFill/>
          <a:ln cap="flat" cmpd="sng" w="28575">
            <a:solidFill>
              <a:srgbClr val="ED1E44"/>
            </a:solidFill>
            <a:prstDash val="dash"/>
            <a:round/>
            <a:headEnd len="med" w="med" type="none"/>
            <a:tailEnd len="med" w="med" type="none"/>
          </a:ln>
        </p:spPr>
      </p:cxnSp>
      <p:sp>
        <p:nvSpPr>
          <p:cNvPr id="510" name="Google Shape;510;g2bf215b6af8_0_150"/>
          <p:cNvSpPr txBox="1"/>
          <p:nvPr/>
        </p:nvSpPr>
        <p:spPr>
          <a:xfrm>
            <a:off x="4285788" y="903075"/>
            <a:ext cx="5724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dk2"/>
                </a:solidFill>
                <a:latin typeface="Fredoka"/>
                <a:ea typeface="Fredoka"/>
                <a:cs typeface="Fredoka"/>
                <a:sym typeface="Fredoka"/>
              </a:rPr>
              <a:t>Y1</a:t>
            </a:r>
            <a:endParaRPr sz="1800">
              <a:solidFill>
                <a:schemeClr val="dk2"/>
              </a:solidFill>
              <a:latin typeface="Fredoka"/>
              <a:ea typeface="Fredoka"/>
              <a:cs typeface="Fredoka"/>
              <a:sym typeface="Fredoka"/>
            </a:endParaRPr>
          </a:p>
        </p:txBody>
      </p:sp>
      <p:sp>
        <p:nvSpPr>
          <p:cNvPr id="511" name="Google Shape;511;g2bf215b6af8_0_150"/>
          <p:cNvSpPr/>
          <p:nvPr/>
        </p:nvSpPr>
        <p:spPr>
          <a:xfrm>
            <a:off x="90300" y="1484775"/>
            <a:ext cx="2194200" cy="214800"/>
          </a:xfrm>
          <a:prstGeom prst="roundRect">
            <a:avLst>
              <a:gd fmla="val 16667" name="adj"/>
            </a:avLst>
          </a:prstGeom>
          <a:no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Inter"/>
                <a:ea typeface="Inter"/>
                <a:cs typeface="Inter"/>
                <a:sym typeface="Inter"/>
              </a:rPr>
              <a:t>Q1</a:t>
            </a:r>
            <a:endParaRPr>
              <a:latin typeface="Inter"/>
              <a:ea typeface="Inter"/>
              <a:cs typeface="Inter"/>
              <a:sym typeface="Inter"/>
            </a:endParaRPr>
          </a:p>
        </p:txBody>
      </p:sp>
      <p:sp>
        <p:nvSpPr>
          <p:cNvPr id="512" name="Google Shape;512;g2bf215b6af8_0_150"/>
          <p:cNvSpPr/>
          <p:nvPr/>
        </p:nvSpPr>
        <p:spPr>
          <a:xfrm>
            <a:off x="2284525" y="1484775"/>
            <a:ext cx="2281500" cy="214800"/>
          </a:xfrm>
          <a:prstGeom prst="roundRect">
            <a:avLst>
              <a:gd fmla="val 16667" name="adj"/>
            </a:avLst>
          </a:prstGeom>
          <a:no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Inter"/>
                <a:ea typeface="Inter"/>
                <a:cs typeface="Inter"/>
                <a:sym typeface="Inter"/>
              </a:rPr>
              <a:t>Q2</a:t>
            </a:r>
            <a:endParaRPr>
              <a:latin typeface="Inter"/>
              <a:ea typeface="Inter"/>
              <a:cs typeface="Inter"/>
              <a:sym typeface="Inter"/>
            </a:endParaRPr>
          </a:p>
        </p:txBody>
      </p:sp>
      <p:sp>
        <p:nvSpPr>
          <p:cNvPr id="513" name="Google Shape;513;g2bf215b6af8_0_150"/>
          <p:cNvSpPr/>
          <p:nvPr/>
        </p:nvSpPr>
        <p:spPr>
          <a:xfrm>
            <a:off x="4566050" y="1484775"/>
            <a:ext cx="2281500" cy="214800"/>
          </a:xfrm>
          <a:prstGeom prst="roundRect">
            <a:avLst>
              <a:gd fmla="val 16667" name="adj"/>
            </a:avLst>
          </a:prstGeom>
          <a:no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Inter"/>
                <a:ea typeface="Inter"/>
                <a:cs typeface="Inter"/>
                <a:sym typeface="Inter"/>
              </a:rPr>
              <a:t>Q3</a:t>
            </a:r>
            <a:endParaRPr>
              <a:latin typeface="Inter"/>
              <a:ea typeface="Inter"/>
              <a:cs typeface="Inter"/>
              <a:sym typeface="Inter"/>
            </a:endParaRPr>
          </a:p>
        </p:txBody>
      </p:sp>
      <p:sp>
        <p:nvSpPr>
          <p:cNvPr id="514" name="Google Shape;514;g2bf215b6af8_0_150"/>
          <p:cNvSpPr/>
          <p:nvPr/>
        </p:nvSpPr>
        <p:spPr>
          <a:xfrm>
            <a:off x="6847575" y="1484775"/>
            <a:ext cx="2194200" cy="214800"/>
          </a:xfrm>
          <a:prstGeom prst="roundRect">
            <a:avLst>
              <a:gd fmla="val 16667" name="adj"/>
            </a:avLst>
          </a:prstGeom>
          <a:no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Inter"/>
                <a:ea typeface="Inter"/>
                <a:cs typeface="Inter"/>
                <a:sym typeface="Inter"/>
              </a:rPr>
              <a:t>Q4</a:t>
            </a:r>
            <a:endParaRPr>
              <a:latin typeface="Inter"/>
              <a:ea typeface="Inter"/>
              <a:cs typeface="Inter"/>
              <a:sym typeface="Inter"/>
            </a:endParaRPr>
          </a:p>
        </p:txBody>
      </p:sp>
      <p:sp>
        <p:nvSpPr>
          <p:cNvPr id="515" name="Google Shape;515;g2bf215b6af8_0_150"/>
          <p:cNvSpPr/>
          <p:nvPr/>
        </p:nvSpPr>
        <p:spPr>
          <a:xfrm>
            <a:off x="90300" y="1750575"/>
            <a:ext cx="4481700" cy="665400"/>
          </a:xfrm>
          <a:prstGeom prst="roundRect">
            <a:avLst>
              <a:gd fmla="val 11318" name="adj"/>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spcBef>
                <a:spcPts val="0"/>
              </a:spcBef>
              <a:spcAft>
                <a:spcPts val="0"/>
              </a:spcAft>
              <a:buNone/>
            </a:pPr>
            <a:r>
              <a:rPr lang="en" sz="2800">
                <a:solidFill>
                  <a:schemeClr val="lt1"/>
                </a:solidFill>
                <a:latin typeface="Fredoka Medium"/>
                <a:ea typeface="Fredoka Medium"/>
                <a:cs typeface="Fredoka Medium"/>
                <a:sym typeface="Fredoka Medium"/>
              </a:rPr>
              <a:t>Dev | Alpha Stage</a:t>
            </a:r>
            <a:endParaRPr sz="2800">
              <a:solidFill>
                <a:schemeClr val="lt1"/>
              </a:solidFill>
              <a:latin typeface="Fredoka Medium"/>
              <a:ea typeface="Fredoka Medium"/>
              <a:cs typeface="Fredoka Medium"/>
              <a:sym typeface="Fredoka Medium"/>
            </a:endParaRPr>
          </a:p>
        </p:txBody>
      </p:sp>
      <p:sp>
        <p:nvSpPr>
          <p:cNvPr id="516" name="Google Shape;516;g2bf215b6af8_0_150"/>
          <p:cNvSpPr/>
          <p:nvPr/>
        </p:nvSpPr>
        <p:spPr>
          <a:xfrm>
            <a:off x="4606225" y="2519500"/>
            <a:ext cx="2007900" cy="665400"/>
          </a:xfrm>
          <a:prstGeom prst="roundRect">
            <a:avLst>
              <a:gd fmla="val 11318" name="adj"/>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spcBef>
                <a:spcPts val="0"/>
              </a:spcBef>
              <a:spcAft>
                <a:spcPts val="0"/>
              </a:spcAft>
              <a:buNone/>
            </a:pPr>
            <a:r>
              <a:rPr lang="en" sz="2800">
                <a:solidFill>
                  <a:schemeClr val="lt1"/>
                </a:solidFill>
                <a:latin typeface="Fredoka Medium"/>
                <a:ea typeface="Fredoka Medium"/>
                <a:cs typeface="Fredoka Medium"/>
                <a:sym typeface="Fredoka Medium"/>
              </a:rPr>
              <a:t>Beta</a:t>
            </a:r>
            <a:r>
              <a:rPr lang="en" sz="2800">
                <a:solidFill>
                  <a:schemeClr val="lt1"/>
                </a:solidFill>
                <a:latin typeface="Fredoka Medium"/>
                <a:ea typeface="Fredoka Medium"/>
                <a:cs typeface="Fredoka Medium"/>
                <a:sym typeface="Fredoka Medium"/>
              </a:rPr>
              <a:t> Stage</a:t>
            </a:r>
            <a:endParaRPr sz="2800">
              <a:solidFill>
                <a:schemeClr val="lt1"/>
              </a:solidFill>
              <a:latin typeface="Fredoka Medium"/>
              <a:ea typeface="Fredoka Medium"/>
              <a:cs typeface="Fredoka Medium"/>
              <a:sym typeface="Fredoka Medium"/>
            </a:endParaRPr>
          </a:p>
        </p:txBody>
      </p:sp>
      <p:sp>
        <p:nvSpPr>
          <p:cNvPr id="517" name="Google Shape;517;g2bf215b6af8_0_150"/>
          <p:cNvSpPr/>
          <p:nvPr/>
        </p:nvSpPr>
        <p:spPr>
          <a:xfrm>
            <a:off x="6424225" y="3419550"/>
            <a:ext cx="2617500" cy="665400"/>
          </a:xfrm>
          <a:prstGeom prst="roundRect">
            <a:avLst>
              <a:gd fmla="val 11318" name="adj"/>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spcBef>
                <a:spcPts val="0"/>
              </a:spcBef>
              <a:spcAft>
                <a:spcPts val="0"/>
              </a:spcAft>
              <a:buNone/>
            </a:pPr>
            <a:r>
              <a:rPr lang="en" sz="2800">
                <a:solidFill>
                  <a:schemeClr val="lt1"/>
                </a:solidFill>
                <a:latin typeface="Fredoka Medium"/>
                <a:ea typeface="Fredoka Medium"/>
                <a:cs typeface="Fredoka Medium"/>
                <a:sym typeface="Fredoka Medium"/>
              </a:rPr>
              <a:t>Launch</a:t>
            </a:r>
            <a:endParaRPr sz="2800">
              <a:solidFill>
                <a:schemeClr val="lt1"/>
              </a:solidFill>
              <a:latin typeface="Fredoka Medium"/>
              <a:ea typeface="Fredoka Medium"/>
              <a:cs typeface="Fredoka Medium"/>
              <a:sym typeface="Fredoka Medium"/>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cxnSp>
        <p:nvCxnSpPr>
          <p:cNvPr id="522" name="Google Shape;522;g2b917c9f072_0_4"/>
          <p:cNvCxnSpPr/>
          <p:nvPr/>
        </p:nvCxnSpPr>
        <p:spPr>
          <a:xfrm rot="10800000">
            <a:off x="968400" y="270025"/>
            <a:ext cx="8175600" cy="4800"/>
          </a:xfrm>
          <a:prstGeom prst="straightConnector1">
            <a:avLst/>
          </a:prstGeom>
          <a:noFill/>
          <a:ln cap="flat" cmpd="sng" w="28575">
            <a:solidFill>
              <a:srgbClr val="ED1E44"/>
            </a:solidFill>
            <a:prstDash val="solid"/>
            <a:round/>
            <a:headEnd len="med" w="med" type="none"/>
            <a:tailEnd len="med" w="med" type="none"/>
          </a:ln>
        </p:spPr>
      </p:cxnSp>
      <p:pic>
        <p:nvPicPr>
          <p:cNvPr id="523" name="Google Shape;523;g2b917c9f072_0_4"/>
          <p:cNvPicPr preferRelativeResize="0"/>
          <p:nvPr/>
        </p:nvPicPr>
        <p:blipFill rotWithShape="1">
          <a:blip r:embed="rId3">
            <a:alphaModFix/>
          </a:blip>
          <a:srcRect b="44952" l="23629" r="28117" t="0"/>
          <a:stretch/>
        </p:blipFill>
        <p:spPr>
          <a:xfrm>
            <a:off x="235225" y="181550"/>
            <a:ext cx="572326" cy="551551"/>
          </a:xfrm>
          <a:prstGeom prst="rect">
            <a:avLst/>
          </a:prstGeom>
          <a:noFill/>
          <a:ln>
            <a:noFill/>
          </a:ln>
        </p:spPr>
      </p:pic>
      <p:sp>
        <p:nvSpPr>
          <p:cNvPr id="524" name="Google Shape;524;g2b917c9f072_0_4"/>
          <p:cNvSpPr/>
          <p:nvPr/>
        </p:nvSpPr>
        <p:spPr>
          <a:xfrm>
            <a:off x="953075" y="419100"/>
            <a:ext cx="24425" cy="19050"/>
          </a:xfrm>
          <a:prstGeom prst="flowChartOnlineStorage">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25" name="Google Shape;525;g2b917c9f072_0_4"/>
          <p:cNvSpPr txBox="1"/>
          <p:nvPr/>
        </p:nvSpPr>
        <p:spPr>
          <a:xfrm>
            <a:off x="0" y="4729225"/>
            <a:ext cx="19170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999999"/>
                </a:solidFill>
                <a:latin typeface="Fredoka"/>
                <a:ea typeface="Fredoka"/>
                <a:cs typeface="Fredoka"/>
                <a:sym typeface="Fredoka"/>
              </a:rPr>
              <a:t>pockettours.com</a:t>
            </a:r>
            <a:endParaRPr sz="1100">
              <a:solidFill>
                <a:srgbClr val="999999"/>
              </a:solidFill>
              <a:latin typeface="Fredoka"/>
              <a:ea typeface="Fredoka"/>
              <a:cs typeface="Fredoka"/>
              <a:sym typeface="Fredoka"/>
            </a:endParaRPr>
          </a:p>
        </p:txBody>
      </p:sp>
      <p:sp>
        <p:nvSpPr>
          <p:cNvPr id="526" name="Google Shape;526;g2b917c9f072_0_4"/>
          <p:cNvSpPr txBox="1"/>
          <p:nvPr/>
        </p:nvSpPr>
        <p:spPr>
          <a:xfrm>
            <a:off x="8186700" y="4729225"/>
            <a:ext cx="957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999999"/>
                </a:solidFill>
                <a:latin typeface="Fredoka"/>
                <a:ea typeface="Fredoka"/>
                <a:cs typeface="Fredoka"/>
                <a:sym typeface="Fredoka"/>
              </a:rPr>
              <a:t>@2024</a:t>
            </a:r>
            <a:endParaRPr sz="1100">
              <a:solidFill>
                <a:srgbClr val="999999"/>
              </a:solidFill>
              <a:latin typeface="Fredoka"/>
              <a:ea typeface="Fredoka"/>
              <a:cs typeface="Fredoka"/>
              <a:sym typeface="Fredoka"/>
            </a:endParaRPr>
          </a:p>
        </p:txBody>
      </p:sp>
      <p:sp>
        <p:nvSpPr>
          <p:cNvPr id="527" name="Google Shape;527;g2b917c9f072_0_4"/>
          <p:cNvSpPr txBox="1"/>
          <p:nvPr/>
        </p:nvSpPr>
        <p:spPr>
          <a:xfrm>
            <a:off x="3613500" y="4729225"/>
            <a:ext cx="19170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999999"/>
                </a:solidFill>
                <a:latin typeface="Fredoka"/>
                <a:ea typeface="Fredoka"/>
                <a:cs typeface="Fredoka"/>
                <a:sym typeface="Fredoka"/>
              </a:rPr>
              <a:t>city tours in your pocket</a:t>
            </a:r>
            <a:endParaRPr sz="1100">
              <a:solidFill>
                <a:srgbClr val="999999"/>
              </a:solidFill>
              <a:latin typeface="Fredoka"/>
              <a:ea typeface="Fredoka"/>
              <a:cs typeface="Fredoka"/>
              <a:sym typeface="Fredoka"/>
            </a:endParaRPr>
          </a:p>
        </p:txBody>
      </p:sp>
      <p:sp>
        <p:nvSpPr>
          <p:cNvPr id="528" name="Google Shape;528;g2b917c9f072_0_4"/>
          <p:cNvSpPr/>
          <p:nvPr/>
        </p:nvSpPr>
        <p:spPr>
          <a:xfrm>
            <a:off x="858750" y="260350"/>
            <a:ext cx="2341800" cy="294900"/>
          </a:xfrm>
          <a:prstGeom prst="roundRect">
            <a:avLst>
              <a:gd fmla="val 11318" name="adj"/>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Fredoka Medium"/>
                <a:ea typeface="Fredoka Medium"/>
                <a:cs typeface="Fredoka Medium"/>
                <a:sym typeface="Fredoka Medium"/>
              </a:rPr>
              <a:t>Product Features</a:t>
            </a:r>
            <a:endParaRPr>
              <a:solidFill>
                <a:schemeClr val="lt1"/>
              </a:solidFill>
              <a:latin typeface="Fredoka Medium"/>
              <a:ea typeface="Fredoka Medium"/>
              <a:cs typeface="Fredoka Medium"/>
              <a:sym typeface="Fredoka Medium"/>
            </a:endParaRPr>
          </a:p>
        </p:txBody>
      </p:sp>
      <p:cxnSp>
        <p:nvCxnSpPr>
          <p:cNvPr id="529" name="Google Shape;529;g2b917c9f072_0_4"/>
          <p:cNvCxnSpPr/>
          <p:nvPr/>
        </p:nvCxnSpPr>
        <p:spPr>
          <a:xfrm rot="10800000">
            <a:off x="3000" y="1431375"/>
            <a:ext cx="9138000" cy="2400"/>
          </a:xfrm>
          <a:prstGeom prst="straightConnector1">
            <a:avLst/>
          </a:prstGeom>
          <a:noFill/>
          <a:ln cap="flat" cmpd="sng" w="28575">
            <a:solidFill>
              <a:srgbClr val="ED1E44"/>
            </a:solidFill>
            <a:prstDash val="dash"/>
            <a:round/>
            <a:headEnd len="med" w="med" type="none"/>
            <a:tailEnd len="med" w="med" type="none"/>
          </a:ln>
        </p:spPr>
      </p:cxnSp>
      <p:sp>
        <p:nvSpPr>
          <p:cNvPr id="530" name="Google Shape;530;g2b917c9f072_0_4"/>
          <p:cNvSpPr txBox="1"/>
          <p:nvPr/>
        </p:nvSpPr>
        <p:spPr>
          <a:xfrm>
            <a:off x="4285788" y="903075"/>
            <a:ext cx="5724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dk2"/>
                </a:solidFill>
                <a:latin typeface="Fredoka"/>
                <a:ea typeface="Fredoka"/>
                <a:cs typeface="Fredoka"/>
                <a:sym typeface="Fredoka"/>
              </a:rPr>
              <a:t>Y1</a:t>
            </a:r>
            <a:endParaRPr sz="1800">
              <a:solidFill>
                <a:schemeClr val="dk2"/>
              </a:solidFill>
              <a:latin typeface="Fredoka"/>
              <a:ea typeface="Fredoka"/>
              <a:cs typeface="Fredoka"/>
              <a:sym typeface="Fredoka"/>
            </a:endParaRPr>
          </a:p>
        </p:txBody>
      </p:sp>
      <p:sp>
        <p:nvSpPr>
          <p:cNvPr id="531" name="Google Shape;531;g2b917c9f072_0_4"/>
          <p:cNvSpPr/>
          <p:nvPr/>
        </p:nvSpPr>
        <p:spPr>
          <a:xfrm>
            <a:off x="90300" y="1484775"/>
            <a:ext cx="2194200" cy="214800"/>
          </a:xfrm>
          <a:prstGeom prst="roundRect">
            <a:avLst>
              <a:gd fmla="val 16667" name="adj"/>
            </a:avLst>
          </a:prstGeom>
          <a:no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Inter"/>
                <a:ea typeface="Inter"/>
                <a:cs typeface="Inter"/>
                <a:sym typeface="Inter"/>
              </a:rPr>
              <a:t>P1</a:t>
            </a:r>
            <a:endParaRPr>
              <a:latin typeface="Inter"/>
              <a:ea typeface="Inter"/>
              <a:cs typeface="Inter"/>
              <a:sym typeface="Inter"/>
            </a:endParaRPr>
          </a:p>
        </p:txBody>
      </p:sp>
      <p:sp>
        <p:nvSpPr>
          <p:cNvPr id="532" name="Google Shape;532;g2b917c9f072_0_4"/>
          <p:cNvSpPr/>
          <p:nvPr/>
        </p:nvSpPr>
        <p:spPr>
          <a:xfrm>
            <a:off x="2284525" y="1484775"/>
            <a:ext cx="2281500" cy="214800"/>
          </a:xfrm>
          <a:prstGeom prst="roundRect">
            <a:avLst>
              <a:gd fmla="val 16667" name="adj"/>
            </a:avLst>
          </a:prstGeom>
          <a:no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Inter"/>
                <a:ea typeface="Inter"/>
                <a:cs typeface="Inter"/>
                <a:sym typeface="Inter"/>
              </a:rPr>
              <a:t>P2</a:t>
            </a:r>
            <a:endParaRPr>
              <a:latin typeface="Inter"/>
              <a:ea typeface="Inter"/>
              <a:cs typeface="Inter"/>
              <a:sym typeface="Inter"/>
            </a:endParaRPr>
          </a:p>
        </p:txBody>
      </p:sp>
      <p:sp>
        <p:nvSpPr>
          <p:cNvPr id="533" name="Google Shape;533;g2b917c9f072_0_4"/>
          <p:cNvSpPr/>
          <p:nvPr/>
        </p:nvSpPr>
        <p:spPr>
          <a:xfrm>
            <a:off x="4566050" y="1484775"/>
            <a:ext cx="2281500" cy="214800"/>
          </a:xfrm>
          <a:prstGeom prst="roundRect">
            <a:avLst>
              <a:gd fmla="val 16667" name="adj"/>
            </a:avLst>
          </a:prstGeom>
          <a:no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Inter"/>
                <a:ea typeface="Inter"/>
                <a:cs typeface="Inter"/>
                <a:sym typeface="Inter"/>
              </a:rPr>
              <a:t>P3</a:t>
            </a:r>
            <a:endParaRPr>
              <a:latin typeface="Inter"/>
              <a:ea typeface="Inter"/>
              <a:cs typeface="Inter"/>
              <a:sym typeface="Inter"/>
            </a:endParaRPr>
          </a:p>
        </p:txBody>
      </p:sp>
      <p:sp>
        <p:nvSpPr>
          <p:cNvPr id="534" name="Google Shape;534;g2b917c9f072_0_4"/>
          <p:cNvSpPr/>
          <p:nvPr/>
        </p:nvSpPr>
        <p:spPr>
          <a:xfrm>
            <a:off x="6847575" y="1484775"/>
            <a:ext cx="2194200" cy="214800"/>
          </a:xfrm>
          <a:prstGeom prst="roundRect">
            <a:avLst>
              <a:gd fmla="val 16667" name="adj"/>
            </a:avLst>
          </a:prstGeom>
          <a:no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Inter"/>
                <a:ea typeface="Inter"/>
                <a:cs typeface="Inter"/>
                <a:sym typeface="Inter"/>
              </a:rPr>
              <a:t>P4</a:t>
            </a:r>
            <a:endParaRPr>
              <a:latin typeface="Inter"/>
              <a:ea typeface="Inter"/>
              <a:cs typeface="Inter"/>
              <a:sym typeface="Inter"/>
            </a:endParaRPr>
          </a:p>
        </p:txBody>
      </p:sp>
      <p:graphicFrame>
        <p:nvGraphicFramePr>
          <p:cNvPr id="535" name="Google Shape;535;g2b917c9f072_0_4"/>
          <p:cNvGraphicFramePr/>
          <p:nvPr/>
        </p:nvGraphicFramePr>
        <p:xfrm>
          <a:off x="90300" y="1993025"/>
          <a:ext cx="3000000" cy="3000000"/>
        </p:xfrm>
        <a:graphic>
          <a:graphicData uri="http://schemas.openxmlformats.org/drawingml/2006/table">
            <a:tbl>
              <a:tblPr>
                <a:noFill/>
                <a:tableStyleId>{EBEABD93-E9DE-41B3-B967-F679C2A28950}</a:tableStyleId>
              </a:tblPr>
              <a:tblGrid>
                <a:gridCol w="3225600"/>
              </a:tblGrid>
              <a:tr h="675">
                <a:tc>
                  <a:txBody>
                    <a:bodyPr/>
                    <a:lstStyle/>
                    <a:p>
                      <a:pPr indent="0" lvl="0" marL="0" rtl="0" algn="ctr">
                        <a:lnSpc>
                          <a:spcPct val="115000"/>
                        </a:lnSpc>
                        <a:spcBef>
                          <a:spcPts val="0"/>
                        </a:spcBef>
                        <a:spcAft>
                          <a:spcPts val="0"/>
                        </a:spcAft>
                        <a:buNone/>
                      </a:pPr>
                      <a:r>
                        <a:rPr lang="en" sz="1000"/>
                        <a:t>Sign in/ Log in</a:t>
                      </a:r>
                      <a:endParaRPr sz="1000"/>
                    </a:p>
                  </a:txBody>
                  <a:tcPr marT="19050" marB="19050" marR="28575" marL="28575" anchor="b">
                    <a:lnL cap="flat" cmpd="sng" w="9525">
                      <a:solidFill>
                        <a:srgbClr val="ED1E44"/>
                      </a:solidFill>
                      <a:prstDash val="solid"/>
                      <a:round/>
                      <a:headEnd len="sm" w="sm" type="none"/>
                      <a:tailEnd len="sm" w="sm" type="none"/>
                    </a:lnL>
                    <a:lnR cap="flat" cmpd="sng" w="9525">
                      <a:solidFill>
                        <a:srgbClr val="ED1E44"/>
                      </a:solidFill>
                      <a:prstDash val="solid"/>
                      <a:round/>
                      <a:headEnd len="sm" w="sm" type="none"/>
                      <a:tailEnd len="sm" w="sm" type="none"/>
                    </a:lnR>
                    <a:lnT cap="flat" cmpd="sng" w="9525">
                      <a:solidFill>
                        <a:srgbClr val="ED1E44"/>
                      </a:solidFill>
                      <a:prstDash val="solid"/>
                      <a:round/>
                      <a:headEnd len="sm" w="sm" type="none"/>
                      <a:tailEnd len="sm" w="sm" type="none"/>
                    </a:lnT>
                    <a:lnB cap="flat" cmpd="sng" w="9525">
                      <a:solidFill>
                        <a:srgbClr val="ED1E44"/>
                      </a:solidFill>
                      <a:prstDash val="solid"/>
                      <a:round/>
                      <a:headEnd len="sm" w="sm" type="none"/>
                      <a:tailEnd len="sm" w="sm" type="none"/>
                    </a:lnB>
                    <a:extLst>
                      <a:ext uri="http://customooxmlschemas.google.com/">
                        <go:slidesCustomData xmlns:go="http://customooxmlschemas.google.com/" cellId="535:0:0"/>
                      </a:ext>
                    </a:extLst>
                  </a:tcPr>
                </a:tc>
              </a:tr>
              <a:tr h="675">
                <a:tc>
                  <a:txBody>
                    <a:bodyPr/>
                    <a:lstStyle/>
                    <a:p>
                      <a:pPr indent="0" lvl="0" marL="0" rtl="0" algn="ctr">
                        <a:lnSpc>
                          <a:spcPct val="115000"/>
                        </a:lnSpc>
                        <a:spcBef>
                          <a:spcPts val="0"/>
                        </a:spcBef>
                        <a:spcAft>
                          <a:spcPts val="0"/>
                        </a:spcAft>
                        <a:buNone/>
                      </a:pPr>
                      <a:r>
                        <a:rPr lang="en" sz="1000"/>
                        <a:t>Account</a:t>
                      </a:r>
                      <a:endParaRPr sz="1000"/>
                    </a:p>
                  </a:txBody>
                  <a:tcPr marT="19050" marB="19050" marR="28575" marL="28575" anchor="b">
                    <a:lnL cap="flat" cmpd="sng" w="9525">
                      <a:solidFill>
                        <a:srgbClr val="ED1E44"/>
                      </a:solidFill>
                      <a:prstDash val="solid"/>
                      <a:round/>
                      <a:headEnd len="sm" w="sm" type="none"/>
                      <a:tailEnd len="sm" w="sm" type="none"/>
                    </a:lnL>
                    <a:lnR cap="flat" cmpd="sng" w="9525">
                      <a:solidFill>
                        <a:srgbClr val="ED1E44"/>
                      </a:solidFill>
                      <a:prstDash val="solid"/>
                      <a:round/>
                      <a:headEnd len="sm" w="sm" type="none"/>
                      <a:tailEnd len="sm" w="sm" type="none"/>
                    </a:lnR>
                    <a:lnT cap="flat" cmpd="sng" w="9525">
                      <a:solidFill>
                        <a:srgbClr val="ED1E44"/>
                      </a:solidFill>
                      <a:prstDash val="solid"/>
                      <a:round/>
                      <a:headEnd len="sm" w="sm" type="none"/>
                      <a:tailEnd len="sm" w="sm" type="none"/>
                    </a:lnT>
                    <a:lnB cap="flat" cmpd="sng" w="9525">
                      <a:solidFill>
                        <a:srgbClr val="ED1E44"/>
                      </a:solidFill>
                      <a:prstDash val="solid"/>
                      <a:round/>
                      <a:headEnd len="sm" w="sm" type="none"/>
                      <a:tailEnd len="sm" w="sm" type="none"/>
                    </a:lnB>
                    <a:extLst>
                      <a:ext uri="http://customooxmlschemas.google.com/">
                        <go:slidesCustomData xmlns:go="http://customooxmlschemas.google.com/" cellId="535:1:0"/>
                      </a:ext>
                    </a:extLst>
                  </a:tcPr>
                </a:tc>
              </a:tr>
              <a:tr h="675">
                <a:tc>
                  <a:txBody>
                    <a:bodyPr/>
                    <a:lstStyle/>
                    <a:p>
                      <a:pPr indent="0" lvl="0" marL="0" rtl="0" algn="ctr">
                        <a:lnSpc>
                          <a:spcPct val="115000"/>
                        </a:lnSpc>
                        <a:spcBef>
                          <a:spcPts val="0"/>
                        </a:spcBef>
                        <a:spcAft>
                          <a:spcPts val="0"/>
                        </a:spcAft>
                        <a:buNone/>
                      </a:pPr>
                      <a:r>
                        <a:rPr lang="en" sz="1000"/>
                        <a:t>Profile</a:t>
                      </a:r>
                      <a:endParaRPr sz="1000"/>
                    </a:p>
                  </a:txBody>
                  <a:tcPr marT="19050" marB="19050" marR="28575" marL="28575" anchor="b">
                    <a:lnL cap="flat" cmpd="sng" w="9525">
                      <a:solidFill>
                        <a:srgbClr val="ED1E44"/>
                      </a:solidFill>
                      <a:prstDash val="solid"/>
                      <a:round/>
                      <a:headEnd len="sm" w="sm" type="none"/>
                      <a:tailEnd len="sm" w="sm" type="none"/>
                    </a:lnL>
                    <a:lnR cap="flat" cmpd="sng" w="9525">
                      <a:solidFill>
                        <a:srgbClr val="ED1E44"/>
                      </a:solidFill>
                      <a:prstDash val="solid"/>
                      <a:round/>
                      <a:headEnd len="sm" w="sm" type="none"/>
                      <a:tailEnd len="sm" w="sm" type="none"/>
                    </a:lnR>
                    <a:lnT cap="flat" cmpd="sng" w="9525">
                      <a:solidFill>
                        <a:srgbClr val="ED1E44"/>
                      </a:solidFill>
                      <a:prstDash val="solid"/>
                      <a:round/>
                      <a:headEnd len="sm" w="sm" type="none"/>
                      <a:tailEnd len="sm" w="sm" type="none"/>
                    </a:lnT>
                    <a:lnB cap="flat" cmpd="sng" w="9525">
                      <a:solidFill>
                        <a:srgbClr val="ED1E44"/>
                      </a:solidFill>
                      <a:prstDash val="solid"/>
                      <a:round/>
                      <a:headEnd len="sm" w="sm" type="none"/>
                      <a:tailEnd len="sm" w="sm" type="none"/>
                    </a:lnB>
                    <a:extLst>
                      <a:ext uri="http://customooxmlschemas.google.com/">
                        <go:slidesCustomData xmlns:go="http://customooxmlschemas.google.com/" cellId="535:2:0"/>
                      </a:ext>
                    </a:extLst>
                  </a:tcPr>
                </a:tc>
              </a:tr>
              <a:tr h="675">
                <a:tc>
                  <a:txBody>
                    <a:bodyPr/>
                    <a:lstStyle/>
                    <a:p>
                      <a:pPr indent="0" lvl="0" marL="0" rtl="0" algn="ctr">
                        <a:lnSpc>
                          <a:spcPct val="115000"/>
                        </a:lnSpc>
                        <a:spcBef>
                          <a:spcPts val="0"/>
                        </a:spcBef>
                        <a:spcAft>
                          <a:spcPts val="0"/>
                        </a:spcAft>
                        <a:buNone/>
                      </a:pPr>
                      <a:r>
                        <a:rPr lang="en" sz="1000"/>
                        <a:t>Settings</a:t>
                      </a:r>
                      <a:endParaRPr sz="1000"/>
                    </a:p>
                  </a:txBody>
                  <a:tcPr marT="19050" marB="19050" marR="28575" marL="28575" anchor="b">
                    <a:lnL cap="flat" cmpd="sng" w="9525">
                      <a:solidFill>
                        <a:srgbClr val="ED1E44"/>
                      </a:solidFill>
                      <a:prstDash val="solid"/>
                      <a:round/>
                      <a:headEnd len="sm" w="sm" type="none"/>
                      <a:tailEnd len="sm" w="sm" type="none"/>
                    </a:lnL>
                    <a:lnR cap="flat" cmpd="sng" w="9525">
                      <a:solidFill>
                        <a:srgbClr val="ED1E44"/>
                      </a:solidFill>
                      <a:prstDash val="solid"/>
                      <a:round/>
                      <a:headEnd len="sm" w="sm" type="none"/>
                      <a:tailEnd len="sm" w="sm" type="none"/>
                    </a:lnR>
                    <a:lnT cap="flat" cmpd="sng" w="9525">
                      <a:solidFill>
                        <a:srgbClr val="ED1E44"/>
                      </a:solidFill>
                      <a:prstDash val="solid"/>
                      <a:round/>
                      <a:headEnd len="sm" w="sm" type="none"/>
                      <a:tailEnd len="sm" w="sm" type="none"/>
                    </a:lnT>
                    <a:lnB cap="flat" cmpd="sng" w="9525">
                      <a:solidFill>
                        <a:srgbClr val="ED1E44"/>
                      </a:solidFill>
                      <a:prstDash val="solid"/>
                      <a:round/>
                      <a:headEnd len="sm" w="sm" type="none"/>
                      <a:tailEnd len="sm" w="sm" type="none"/>
                    </a:lnB>
                    <a:extLst>
                      <a:ext uri="http://customooxmlschemas.google.com/">
                        <go:slidesCustomData xmlns:go="http://customooxmlschemas.google.com/" cellId="535:3:0"/>
                      </a:ext>
                    </a:extLst>
                  </a:tcPr>
                </a:tc>
              </a:tr>
              <a:tr h="675">
                <a:tc>
                  <a:txBody>
                    <a:bodyPr/>
                    <a:lstStyle/>
                    <a:p>
                      <a:pPr indent="0" lvl="0" marL="0" rtl="0" algn="ctr">
                        <a:lnSpc>
                          <a:spcPct val="115000"/>
                        </a:lnSpc>
                        <a:spcBef>
                          <a:spcPts val="0"/>
                        </a:spcBef>
                        <a:spcAft>
                          <a:spcPts val="0"/>
                        </a:spcAft>
                        <a:buNone/>
                      </a:pPr>
                      <a:r>
                        <a:rPr lang="en" sz="1000"/>
                        <a:t>Search tours</a:t>
                      </a:r>
                      <a:endParaRPr sz="1000"/>
                    </a:p>
                  </a:txBody>
                  <a:tcPr marT="19050" marB="19050" marR="28575" marL="28575" anchor="b">
                    <a:lnL cap="flat" cmpd="sng" w="9525">
                      <a:solidFill>
                        <a:srgbClr val="ED1E44"/>
                      </a:solidFill>
                      <a:prstDash val="solid"/>
                      <a:round/>
                      <a:headEnd len="sm" w="sm" type="none"/>
                      <a:tailEnd len="sm" w="sm" type="none"/>
                    </a:lnL>
                    <a:lnR cap="flat" cmpd="sng" w="9525">
                      <a:solidFill>
                        <a:srgbClr val="ED1E44"/>
                      </a:solidFill>
                      <a:prstDash val="solid"/>
                      <a:round/>
                      <a:headEnd len="sm" w="sm" type="none"/>
                      <a:tailEnd len="sm" w="sm" type="none"/>
                    </a:lnR>
                    <a:lnT cap="flat" cmpd="sng" w="9525">
                      <a:solidFill>
                        <a:srgbClr val="ED1E44"/>
                      </a:solidFill>
                      <a:prstDash val="solid"/>
                      <a:round/>
                      <a:headEnd len="sm" w="sm" type="none"/>
                      <a:tailEnd len="sm" w="sm" type="none"/>
                    </a:lnT>
                    <a:lnB cap="flat" cmpd="sng" w="9525">
                      <a:solidFill>
                        <a:srgbClr val="ED1E44"/>
                      </a:solidFill>
                      <a:prstDash val="solid"/>
                      <a:round/>
                      <a:headEnd len="sm" w="sm" type="none"/>
                      <a:tailEnd len="sm" w="sm" type="none"/>
                    </a:lnB>
                    <a:extLst>
                      <a:ext uri="http://customooxmlschemas.google.com/">
                        <go:slidesCustomData xmlns:go="http://customooxmlschemas.google.com/" cellId="535:4:0"/>
                      </a:ext>
                    </a:extLst>
                  </a:tcPr>
                </a:tc>
              </a:tr>
              <a:tr h="675">
                <a:tc>
                  <a:txBody>
                    <a:bodyPr/>
                    <a:lstStyle/>
                    <a:p>
                      <a:pPr indent="0" lvl="0" marL="0" rtl="0" algn="ctr">
                        <a:lnSpc>
                          <a:spcPct val="115000"/>
                        </a:lnSpc>
                        <a:spcBef>
                          <a:spcPts val="0"/>
                        </a:spcBef>
                        <a:spcAft>
                          <a:spcPts val="0"/>
                        </a:spcAft>
                        <a:buNone/>
                      </a:pPr>
                      <a:r>
                        <a:rPr lang="en" sz="1000"/>
                        <a:t>Play tours</a:t>
                      </a:r>
                      <a:endParaRPr sz="1000"/>
                    </a:p>
                  </a:txBody>
                  <a:tcPr marT="19050" marB="19050" marR="28575" marL="28575" anchor="b">
                    <a:lnL cap="flat" cmpd="sng" w="9525">
                      <a:solidFill>
                        <a:srgbClr val="ED1E44"/>
                      </a:solidFill>
                      <a:prstDash val="solid"/>
                      <a:round/>
                      <a:headEnd len="sm" w="sm" type="none"/>
                      <a:tailEnd len="sm" w="sm" type="none"/>
                    </a:lnL>
                    <a:lnR cap="flat" cmpd="sng" w="9525">
                      <a:solidFill>
                        <a:srgbClr val="ED1E44"/>
                      </a:solidFill>
                      <a:prstDash val="solid"/>
                      <a:round/>
                      <a:headEnd len="sm" w="sm" type="none"/>
                      <a:tailEnd len="sm" w="sm" type="none"/>
                    </a:lnR>
                    <a:lnT cap="flat" cmpd="sng" w="9525">
                      <a:solidFill>
                        <a:srgbClr val="ED1E44"/>
                      </a:solidFill>
                      <a:prstDash val="solid"/>
                      <a:round/>
                      <a:headEnd len="sm" w="sm" type="none"/>
                      <a:tailEnd len="sm" w="sm" type="none"/>
                    </a:lnT>
                    <a:lnB cap="flat" cmpd="sng" w="9525">
                      <a:solidFill>
                        <a:srgbClr val="ED1E44"/>
                      </a:solidFill>
                      <a:prstDash val="solid"/>
                      <a:round/>
                      <a:headEnd len="sm" w="sm" type="none"/>
                      <a:tailEnd len="sm" w="sm" type="none"/>
                    </a:lnB>
                    <a:extLst>
                      <a:ext uri="http://customooxmlschemas.google.com/">
                        <go:slidesCustomData xmlns:go="http://customooxmlschemas.google.com/" cellId="535:5:0"/>
                      </a:ext>
                    </a:extLst>
                  </a:tcPr>
                </a:tc>
              </a:tr>
              <a:tr h="675">
                <a:tc>
                  <a:txBody>
                    <a:bodyPr/>
                    <a:lstStyle/>
                    <a:p>
                      <a:pPr indent="0" lvl="0" marL="0" rtl="0" algn="ctr">
                        <a:lnSpc>
                          <a:spcPct val="115000"/>
                        </a:lnSpc>
                        <a:spcBef>
                          <a:spcPts val="0"/>
                        </a:spcBef>
                        <a:spcAft>
                          <a:spcPts val="0"/>
                        </a:spcAft>
                        <a:buNone/>
                      </a:pPr>
                      <a:r>
                        <a:rPr lang="en" sz="1000"/>
                        <a:t>Upload tours</a:t>
                      </a:r>
                      <a:endParaRPr sz="1000"/>
                    </a:p>
                  </a:txBody>
                  <a:tcPr marT="19050" marB="19050" marR="28575" marL="28575" anchor="b">
                    <a:lnL cap="flat" cmpd="sng" w="9525">
                      <a:solidFill>
                        <a:srgbClr val="ED1E44"/>
                      </a:solidFill>
                      <a:prstDash val="solid"/>
                      <a:round/>
                      <a:headEnd len="sm" w="sm" type="none"/>
                      <a:tailEnd len="sm" w="sm" type="none"/>
                    </a:lnL>
                    <a:lnR cap="flat" cmpd="sng" w="9525">
                      <a:solidFill>
                        <a:srgbClr val="ED1E44"/>
                      </a:solidFill>
                      <a:prstDash val="solid"/>
                      <a:round/>
                      <a:headEnd len="sm" w="sm" type="none"/>
                      <a:tailEnd len="sm" w="sm" type="none"/>
                    </a:lnR>
                    <a:lnT cap="flat" cmpd="sng" w="9525">
                      <a:solidFill>
                        <a:srgbClr val="ED1E44"/>
                      </a:solidFill>
                      <a:prstDash val="solid"/>
                      <a:round/>
                      <a:headEnd len="sm" w="sm" type="none"/>
                      <a:tailEnd len="sm" w="sm" type="none"/>
                    </a:lnT>
                    <a:lnB cap="flat" cmpd="sng" w="9525">
                      <a:solidFill>
                        <a:srgbClr val="ED1E44"/>
                      </a:solidFill>
                      <a:prstDash val="solid"/>
                      <a:round/>
                      <a:headEnd len="sm" w="sm" type="none"/>
                      <a:tailEnd len="sm" w="sm" type="none"/>
                    </a:lnB>
                    <a:extLst>
                      <a:ext uri="http://customooxmlschemas.google.com/">
                        <go:slidesCustomData xmlns:go="http://customooxmlschemas.google.com/" cellId="535:6:0"/>
                      </a:ext>
                    </a:extLst>
                  </a:tcPr>
                </a:tc>
              </a:tr>
              <a:tr h="675">
                <a:tc>
                  <a:txBody>
                    <a:bodyPr/>
                    <a:lstStyle/>
                    <a:p>
                      <a:pPr indent="0" lvl="0" marL="0" rtl="0" algn="ctr">
                        <a:lnSpc>
                          <a:spcPct val="115000"/>
                        </a:lnSpc>
                        <a:spcBef>
                          <a:spcPts val="0"/>
                        </a:spcBef>
                        <a:spcAft>
                          <a:spcPts val="0"/>
                        </a:spcAft>
                        <a:buNone/>
                      </a:pPr>
                      <a:r>
                        <a:rPr lang="en" sz="1000"/>
                        <a:t>My tours page</a:t>
                      </a:r>
                      <a:endParaRPr sz="1000"/>
                    </a:p>
                  </a:txBody>
                  <a:tcPr marT="19050" marB="19050" marR="28575" marL="28575" anchor="b">
                    <a:lnL cap="flat" cmpd="sng" w="9525">
                      <a:solidFill>
                        <a:srgbClr val="ED1E44"/>
                      </a:solidFill>
                      <a:prstDash val="solid"/>
                      <a:round/>
                      <a:headEnd len="sm" w="sm" type="none"/>
                      <a:tailEnd len="sm" w="sm" type="none"/>
                    </a:lnL>
                    <a:lnR cap="flat" cmpd="sng" w="9525">
                      <a:solidFill>
                        <a:srgbClr val="ED1E44"/>
                      </a:solidFill>
                      <a:prstDash val="solid"/>
                      <a:round/>
                      <a:headEnd len="sm" w="sm" type="none"/>
                      <a:tailEnd len="sm" w="sm" type="none"/>
                    </a:lnR>
                    <a:lnT cap="flat" cmpd="sng" w="9525">
                      <a:solidFill>
                        <a:srgbClr val="ED1E44"/>
                      </a:solidFill>
                      <a:prstDash val="solid"/>
                      <a:round/>
                      <a:headEnd len="sm" w="sm" type="none"/>
                      <a:tailEnd len="sm" w="sm" type="none"/>
                    </a:lnT>
                    <a:lnB cap="flat" cmpd="sng" w="9525">
                      <a:solidFill>
                        <a:srgbClr val="ED1E44"/>
                      </a:solidFill>
                      <a:prstDash val="solid"/>
                      <a:round/>
                      <a:headEnd len="sm" w="sm" type="none"/>
                      <a:tailEnd len="sm" w="sm" type="none"/>
                    </a:lnB>
                    <a:extLst>
                      <a:ext uri="http://customooxmlschemas.google.com/">
                        <go:slidesCustomData xmlns:go="http://customooxmlschemas.google.com/" cellId="535:7:0"/>
                      </a:ext>
                    </a:extLst>
                  </a:tcPr>
                </a:tc>
              </a:tr>
              <a:tr h="675">
                <a:tc>
                  <a:txBody>
                    <a:bodyPr/>
                    <a:lstStyle/>
                    <a:p>
                      <a:pPr indent="0" lvl="0" marL="0" rtl="0" algn="ctr">
                        <a:lnSpc>
                          <a:spcPct val="115000"/>
                        </a:lnSpc>
                        <a:spcBef>
                          <a:spcPts val="0"/>
                        </a:spcBef>
                        <a:spcAft>
                          <a:spcPts val="0"/>
                        </a:spcAft>
                        <a:buNone/>
                      </a:pPr>
                      <a:r>
                        <a:rPr lang="en" sz="1000"/>
                        <a:t>Tours page</a:t>
                      </a:r>
                      <a:endParaRPr sz="1000"/>
                    </a:p>
                  </a:txBody>
                  <a:tcPr marT="19050" marB="19050" marR="28575" marL="28575" anchor="b">
                    <a:lnL cap="flat" cmpd="sng" w="9525">
                      <a:solidFill>
                        <a:srgbClr val="ED1E44"/>
                      </a:solidFill>
                      <a:prstDash val="solid"/>
                      <a:round/>
                      <a:headEnd len="sm" w="sm" type="none"/>
                      <a:tailEnd len="sm" w="sm" type="none"/>
                    </a:lnL>
                    <a:lnR cap="flat" cmpd="sng" w="9525">
                      <a:solidFill>
                        <a:srgbClr val="ED1E44"/>
                      </a:solidFill>
                      <a:prstDash val="solid"/>
                      <a:round/>
                      <a:headEnd len="sm" w="sm" type="none"/>
                      <a:tailEnd len="sm" w="sm" type="none"/>
                    </a:lnR>
                    <a:lnT cap="flat" cmpd="sng" w="9525">
                      <a:solidFill>
                        <a:srgbClr val="ED1E44"/>
                      </a:solidFill>
                      <a:prstDash val="solid"/>
                      <a:round/>
                      <a:headEnd len="sm" w="sm" type="none"/>
                      <a:tailEnd len="sm" w="sm" type="none"/>
                    </a:lnT>
                    <a:lnB cap="flat" cmpd="sng" w="9525">
                      <a:solidFill>
                        <a:srgbClr val="ED1E44"/>
                      </a:solidFill>
                      <a:prstDash val="solid"/>
                      <a:round/>
                      <a:headEnd len="sm" w="sm" type="none"/>
                      <a:tailEnd len="sm" w="sm" type="none"/>
                    </a:lnB>
                    <a:extLst>
                      <a:ext uri="http://customooxmlschemas.google.com/">
                        <go:slidesCustomData xmlns:go="http://customooxmlschemas.google.com/" cellId="535:8:0"/>
                      </a:ext>
                    </a:extLst>
                  </a:tcPr>
                </a:tc>
              </a:tr>
              <a:tr h="675">
                <a:tc>
                  <a:txBody>
                    <a:bodyPr/>
                    <a:lstStyle/>
                    <a:p>
                      <a:pPr indent="0" lvl="0" marL="0" rtl="0" algn="ctr">
                        <a:lnSpc>
                          <a:spcPct val="115000"/>
                        </a:lnSpc>
                        <a:spcBef>
                          <a:spcPts val="0"/>
                        </a:spcBef>
                        <a:spcAft>
                          <a:spcPts val="0"/>
                        </a:spcAft>
                        <a:buNone/>
                      </a:pPr>
                      <a:r>
                        <a:rPr lang="en" sz="1000"/>
                        <a:t>Payment system</a:t>
                      </a:r>
                      <a:endParaRPr sz="1000"/>
                    </a:p>
                  </a:txBody>
                  <a:tcPr marT="19050" marB="19050" marR="28575" marL="28575" anchor="b">
                    <a:lnL cap="flat" cmpd="sng" w="9525">
                      <a:solidFill>
                        <a:srgbClr val="ED1E44"/>
                      </a:solidFill>
                      <a:prstDash val="solid"/>
                      <a:round/>
                      <a:headEnd len="sm" w="sm" type="none"/>
                      <a:tailEnd len="sm" w="sm" type="none"/>
                    </a:lnL>
                    <a:lnR cap="flat" cmpd="sng" w="9525">
                      <a:solidFill>
                        <a:srgbClr val="ED1E44"/>
                      </a:solidFill>
                      <a:prstDash val="solid"/>
                      <a:round/>
                      <a:headEnd len="sm" w="sm" type="none"/>
                      <a:tailEnd len="sm" w="sm" type="none"/>
                    </a:lnR>
                    <a:lnT cap="flat" cmpd="sng" w="9525">
                      <a:solidFill>
                        <a:srgbClr val="ED1E44"/>
                      </a:solidFill>
                      <a:prstDash val="solid"/>
                      <a:round/>
                      <a:headEnd len="sm" w="sm" type="none"/>
                      <a:tailEnd len="sm" w="sm" type="none"/>
                    </a:lnT>
                    <a:lnB cap="flat" cmpd="sng" w="9525">
                      <a:solidFill>
                        <a:srgbClr val="ED1E44"/>
                      </a:solidFill>
                      <a:prstDash val="solid"/>
                      <a:round/>
                      <a:headEnd len="sm" w="sm" type="none"/>
                      <a:tailEnd len="sm" w="sm" type="none"/>
                    </a:lnB>
                    <a:extLst>
                      <a:ext uri="http://customooxmlschemas.google.com/">
                        <go:slidesCustomData xmlns:go="http://customooxmlschemas.google.com/" cellId="535:9:0"/>
                      </a:ext>
                    </a:extLst>
                  </a:tcPr>
                </a:tc>
              </a:tr>
              <a:tr h="675">
                <a:tc>
                  <a:txBody>
                    <a:bodyPr/>
                    <a:lstStyle/>
                    <a:p>
                      <a:pPr indent="0" lvl="0" marL="0" rtl="0" algn="ctr">
                        <a:lnSpc>
                          <a:spcPct val="115000"/>
                        </a:lnSpc>
                        <a:spcBef>
                          <a:spcPts val="0"/>
                        </a:spcBef>
                        <a:spcAft>
                          <a:spcPts val="0"/>
                        </a:spcAft>
                        <a:buNone/>
                      </a:pPr>
                      <a:r>
                        <a:rPr lang="en" sz="1000"/>
                        <a:t>Location</a:t>
                      </a:r>
                      <a:endParaRPr sz="1000"/>
                    </a:p>
                  </a:txBody>
                  <a:tcPr marT="19050" marB="19050" marR="28575" marL="28575" anchor="b">
                    <a:lnL cap="flat" cmpd="sng" w="9525">
                      <a:solidFill>
                        <a:srgbClr val="ED1E44"/>
                      </a:solidFill>
                      <a:prstDash val="solid"/>
                      <a:round/>
                      <a:headEnd len="sm" w="sm" type="none"/>
                      <a:tailEnd len="sm" w="sm" type="none"/>
                    </a:lnL>
                    <a:lnR cap="flat" cmpd="sng" w="9525">
                      <a:solidFill>
                        <a:srgbClr val="ED1E44"/>
                      </a:solidFill>
                      <a:prstDash val="solid"/>
                      <a:round/>
                      <a:headEnd len="sm" w="sm" type="none"/>
                      <a:tailEnd len="sm" w="sm" type="none"/>
                    </a:lnR>
                    <a:lnT cap="flat" cmpd="sng" w="9525">
                      <a:solidFill>
                        <a:srgbClr val="ED1E44"/>
                      </a:solidFill>
                      <a:prstDash val="solid"/>
                      <a:round/>
                      <a:headEnd len="sm" w="sm" type="none"/>
                      <a:tailEnd len="sm" w="sm" type="none"/>
                    </a:lnT>
                    <a:lnB cap="flat" cmpd="sng" w="9525">
                      <a:solidFill>
                        <a:srgbClr val="ED1E44"/>
                      </a:solidFill>
                      <a:prstDash val="solid"/>
                      <a:round/>
                      <a:headEnd len="sm" w="sm" type="none"/>
                      <a:tailEnd len="sm" w="sm" type="none"/>
                    </a:lnB>
                    <a:extLst>
                      <a:ext uri="http://customooxmlschemas.google.com/">
                        <go:slidesCustomData xmlns:go="http://customooxmlschemas.google.com/" cellId="535:10:0"/>
                      </a:ext>
                    </a:extLst>
                  </a:tcPr>
                </a:tc>
              </a:tr>
              <a:tr h="675">
                <a:tc>
                  <a:txBody>
                    <a:bodyPr/>
                    <a:lstStyle/>
                    <a:p>
                      <a:pPr indent="0" lvl="0" marL="0" rtl="0" algn="ctr">
                        <a:lnSpc>
                          <a:spcPct val="115000"/>
                        </a:lnSpc>
                        <a:spcBef>
                          <a:spcPts val="0"/>
                        </a:spcBef>
                        <a:spcAft>
                          <a:spcPts val="0"/>
                        </a:spcAft>
                        <a:buNone/>
                      </a:pPr>
                      <a:r>
                        <a:rPr lang="en" sz="1000"/>
                        <a:t>Feedback</a:t>
                      </a:r>
                      <a:endParaRPr sz="1000"/>
                    </a:p>
                  </a:txBody>
                  <a:tcPr marT="19050" marB="19050" marR="28575" marL="28575" anchor="b">
                    <a:lnL cap="flat" cmpd="sng" w="9525">
                      <a:solidFill>
                        <a:srgbClr val="ED1E44"/>
                      </a:solidFill>
                      <a:prstDash val="solid"/>
                      <a:round/>
                      <a:headEnd len="sm" w="sm" type="none"/>
                      <a:tailEnd len="sm" w="sm" type="none"/>
                    </a:lnL>
                    <a:lnR cap="flat" cmpd="sng" w="9525">
                      <a:solidFill>
                        <a:srgbClr val="ED1E44"/>
                      </a:solidFill>
                      <a:prstDash val="solid"/>
                      <a:round/>
                      <a:headEnd len="sm" w="sm" type="none"/>
                      <a:tailEnd len="sm" w="sm" type="none"/>
                    </a:lnR>
                    <a:lnT cap="flat" cmpd="sng" w="9525">
                      <a:solidFill>
                        <a:srgbClr val="ED1E44"/>
                      </a:solidFill>
                      <a:prstDash val="solid"/>
                      <a:round/>
                      <a:headEnd len="sm" w="sm" type="none"/>
                      <a:tailEnd len="sm" w="sm" type="none"/>
                    </a:lnT>
                    <a:lnB cap="flat" cmpd="sng" w="9525">
                      <a:solidFill>
                        <a:srgbClr val="ED1E44"/>
                      </a:solidFill>
                      <a:prstDash val="solid"/>
                      <a:round/>
                      <a:headEnd len="sm" w="sm" type="none"/>
                      <a:tailEnd len="sm" w="sm" type="none"/>
                    </a:lnB>
                    <a:extLst>
                      <a:ext uri="http://customooxmlschemas.google.com/">
                        <go:slidesCustomData xmlns:go="http://customooxmlschemas.google.com/" cellId="535:11:0"/>
                      </a:ext>
                    </a:extLst>
                  </a:tcPr>
                </a:tc>
              </a:tr>
            </a:tbl>
          </a:graphicData>
        </a:graphic>
      </p:graphicFrame>
      <p:graphicFrame>
        <p:nvGraphicFramePr>
          <p:cNvPr id="536" name="Google Shape;536;g2b917c9f072_0_4"/>
          <p:cNvGraphicFramePr/>
          <p:nvPr/>
        </p:nvGraphicFramePr>
        <p:xfrm>
          <a:off x="3315900" y="1993025"/>
          <a:ext cx="3000000" cy="3000000"/>
        </p:xfrm>
        <a:graphic>
          <a:graphicData uri="http://schemas.openxmlformats.org/drawingml/2006/table">
            <a:tbl>
              <a:tblPr>
                <a:noFill/>
                <a:tableStyleId>{EBEABD93-E9DE-41B3-B967-F679C2A28950}</a:tableStyleId>
              </a:tblPr>
              <a:tblGrid>
                <a:gridCol w="2546100"/>
              </a:tblGrid>
              <a:tr h="200025">
                <a:tc>
                  <a:txBody>
                    <a:bodyPr/>
                    <a:lstStyle/>
                    <a:p>
                      <a:pPr indent="0" lvl="0" marL="0" rtl="0" algn="ctr">
                        <a:lnSpc>
                          <a:spcPct val="115000"/>
                        </a:lnSpc>
                        <a:spcBef>
                          <a:spcPts val="0"/>
                        </a:spcBef>
                        <a:spcAft>
                          <a:spcPts val="0"/>
                        </a:spcAft>
                        <a:buNone/>
                      </a:pPr>
                      <a:r>
                        <a:rPr lang="en" sz="1000"/>
                        <a:t>Wallet</a:t>
                      </a:r>
                      <a:endParaRPr sz="1000"/>
                    </a:p>
                  </a:txBody>
                  <a:tcPr marT="19050" marB="19050" marR="28575" marL="28575" anchor="b">
                    <a:lnL cap="flat" cmpd="sng" w="9525">
                      <a:solidFill>
                        <a:srgbClr val="ED1E44"/>
                      </a:solidFill>
                      <a:prstDash val="solid"/>
                      <a:round/>
                      <a:headEnd len="sm" w="sm" type="none"/>
                      <a:tailEnd len="sm" w="sm" type="none"/>
                    </a:lnL>
                    <a:lnR cap="flat" cmpd="sng" w="9525">
                      <a:solidFill>
                        <a:srgbClr val="ED1E44"/>
                      </a:solidFill>
                      <a:prstDash val="solid"/>
                      <a:round/>
                      <a:headEnd len="sm" w="sm" type="none"/>
                      <a:tailEnd len="sm" w="sm" type="none"/>
                    </a:lnR>
                    <a:lnT cap="flat" cmpd="sng" w="9525">
                      <a:solidFill>
                        <a:srgbClr val="ED1E44"/>
                      </a:solidFill>
                      <a:prstDash val="solid"/>
                      <a:round/>
                      <a:headEnd len="sm" w="sm" type="none"/>
                      <a:tailEnd len="sm" w="sm" type="none"/>
                    </a:lnT>
                    <a:lnB cap="flat" cmpd="sng" w="9525">
                      <a:solidFill>
                        <a:srgbClr val="ED1E44"/>
                      </a:solidFill>
                      <a:prstDash val="solid"/>
                      <a:round/>
                      <a:headEnd len="sm" w="sm" type="none"/>
                      <a:tailEnd len="sm" w="sm" type="none"/>
                    </a:lnB>
                    <a:extLst>
                      <a:ext uri="http://customooxmlschemas.google.com/">
                        <go:slidesCustomData xmlns:go="http://customooxmlschemas.google.com/" cellId="536:0:0"/>
                      </a:ext>
                    </a:extLst>
                  </a:tcPr>
                </a:tc>
              </a:tr>
              <a:tr h="200025">
                <a:tc>
                  <a:txBody>
                    <a:bodyPr/>
                    <a:lstStyle/>
                    <a:p>
                      <a:pPr indent="0" lvl="0" marL="0" rtl="0" algn="ctr">
                        <a:lnSpc>
                          <a:spcPct val="115000"/>
                        </a:lnSpc>
                        <a:spcBef>
                          <a:spcPts val="0"/>
                        </a:spcBef>
                        <a:spcAft>
                          <a:spcPts val="0"/>
                        </a:spcAft>
                        <a:buNone/>
                      </a:pPr>
                      <a:r>
                        <a:rPr lang="en" sz="1000"/>
                        <a:t>Rate and review</a:t>
                      </a:r>
                      <a:endParaRPr sz="1000"/>
                    </a:p>
                  </a:txBody>
                  <a:tcPr marT="19050" marB="19050" marR="28575" marL="28575" anchor="b">
                    <a:lnL cap="flat" cmpd="sng" w="9525">
                      <a:solidFill>
                        <a:srgbClr val="ED1E44"/>
                      </a:solidFill>
                      <a:prstDash val="solid"/>
                      <a:round/>
                      <a:headEnd len="sm" w="sm" type="none"/>
                      <a:tailEnd len="sm" w="sm" type="none"/>
                    </a:lnL>
                    <a:lnR cap="flat" cmpd="sng" w="9525">
                      <a:solidFill>
                        <a:srgbClr val="ED1E44"/>
                      </a:solidFill>
                      <a:prstDash val="solid"/>
                      <a:round/>
                      <a:headEnd len="sm" w="sm" type="none"/>
                      <a:tailEnd len="sm" w="sm" type="none"/>
                    </a:lnR>
                    <a:lnT cap="flat" cmpd="sng" w="9525">
                      <a:solidFill>
                        <a:srgbClr val="ED1E44"/>
                      </a:solidFill>
                      <a:prstDash val="solid"/>
                      <a:round/>
                      <a:headEnd len="sm" w="sm" type="none"/>
                      <a:tailEnd len="sm" w="sm" type="none"/>
                    </a:lnT>
                    <a:lnB cap="flat" cmpd="sng" w="9525">
                      <a:solidFill>
                        <a:srgbClr val="ED1E44"/>
                      </a:solidFill>
                      <a:prstDash val="solid"/>
                      <a:round/>
                      <a:headEnd len="sm" w="sm" type="none"/>
                      <a:tailEnd len="sm" w="sm" type="none"/>
                    </a:lnB>
                    <a:extLst>
                      <a:ext uri="http://customooxmlschemas.google.com/">
                        <go:slidesCustomData xmlns:go="http://customooxmlschemas.google.com/" cellId="536:1:0"/>
                      </a:ext>
                    </a:extLst>
                  </a:tcPr>
                </a:tc>
              </a:tr>
              <a:tr h="200025">
                <a:tc>
                  <a:txBody>
                    <a:bodyPr/>
                    <a:lstStyle/>
                    <a:p>
                      <a:pPr indent="0" lvl="0" marL="0" rtl="0" algn="ctr">
                        <a:lnSpc>
                          <a:spcPct val="115000"/>
                        </a:lnSpc>
                        <a:spcBef>
                          <a:spcPts val="0"/>
                        </a:spcBef>
                        <a:spcAft>
                          <a:spcPts val="0"/>
                        </a:spcAft>
                        <a:buNone/>
                      </a:pPr>
                      <a:r>
                        <a:rPr lang="en" sz="1000"/>
                        <a:t>Stats page</a:t>
                      </a:r>
                      <a:endParaRPr sz="1000"/>
                    </a:p>
                  </a:txBody>
                  <a:tcPr marT="19050" marB="19050" marR="28575" marL="28575" anchor="b">
                    <a:lnL cap="flat" cmpd="sng" w="9525">
                      <a:solidFill>
                        <a:srgbClr val="ED1E44"/>
                      </a:solidFill>
                      <a:prstDash val="solid"/>
                      <a:round/>
                      <a:headEnd len="sm" w="sm" type="none"/>
                      <a:tailEnd len="sm" w="sm" type="none"/>
                    </a:lnL>
                    <a:lnR cap="flat" cmpd="sng" w="9525">
                      <a:solidFill>
                        <a:srgbClr val="ED1E44"/>
                      </a:solidFill>
                      <a:prstDash val="solid"/>
                      <a:round/>
                      <a:headEnd len="sm" w="sm" type="none"/>
                      <a:tailEnd len="sm" w="sm" type="none"/>
                    </a:lnR>
                    <a:lnT cap="flat" cmpd="sng" w="9525">
                      <a:solidFill>
                        <a:srgbClr val="ED1E44"/>
                      </a:solidFill>
                      <a:prstDash val="solid"/>
                      <a:round/>
                      <a:headEnd len="sm" w="sm" type="none"/>
                      <a:tailEnd len="sm" w="sm" type="none"/>
                    </a:lnT>
                    <a:lnB cap="flat" cmpd="sng" w="9525">
                      <a:solidFill>
                        <a:srgbClr val="ED1E44"/>
                      </a:solidFill>
                      <a:prstDash val="solid"/>
                      <a:round/>
                      <a:headEnd len="sm" w="sm" type="none"/>
                      <a:tailEnd len="sm" w="sm" type="none"/>
                    </a:lnB>
                    <a:extLst>
                      <a:ext uri="http://customooxmlschemas.google.com/">
                        <go:slidesCustomData xmlns:go="http://customooxmlschemas.google.com/" cellId="536:2:0"/>
                      </a:ext>
                    </a:extLst>
                  </a:tcPr>
                </a:tc>
              </a:tr>
              <a:tr h="200025">
                <a:tc>
                  <a:txBody>
                    <a:bodyPr/>
                    <a:lstStyle/>
                    <a:p>
                      <a:pPr indent="0" lvl="0" marL="0" rtl="0" algn="ctr">
                        <a:lnSpc>
                          <a:spcPct val="115000"/>
                        </a:lnSpc>
                        <a:spcBef>
                          <a:spcPts val="0"/>
                        </a:spcBef>
                        <a:spcAft>
                          <a:spcPts val="0"/>
                        </a:spcAft>
                        <a:buNone/>
                      </a:pPr>
                      <a:r>
                        <a:rPr lang="en" sz="1000"/>
                        <a:t>My ratings and reviews</a:t>
                      </a:r>
                      <a:endParaRPr sz="1000"/>
                    </a:p>
                  </a:txBody>
                  <a:tcPr marT="19050" marB="19050" marR="28575" marL="28575" anchor="b">
                    <a:lnL cap="flat" cmpd="sng" w="9525">
                      <a:solidFill>
                        <a:srgbClr val="ED1E44"/>
                      </a:solidFill>
                      <a:prstDash val="solid"/>
                      <a:round/>
                      <a:headEnd len="sm" w="sm" type="none"/>
                      <a:tailEnd len="sm" w="sm" type="none"/>
                    </a:lnL>
                    <a:lnR cap="flat" cmpd="sng" w="9525">
                      <a:solidFill>
                        <a:srgbClr val="ED1E44"/>
                      </a:solidFill>
                      <a:prstDash val="solid"/>
                      <a:round/>
                      <a:headEnd len="sm" w="sm" type="none"/>
                      <a:tailEnd len="sm" w="sm" type="none"/>
                    </a:lnR>
                    <a:lnT cap="flat" cmpd="sng" w="9525">
                      <a:solidFill>
                        <a:srgbClr val="ED1E44"/>
                      </a:solidFill>
                      <a:prstDash val="solid"/>
                      <a:round/>
                      <a:headEnd len="sm" w="sm" type="none"/>
                      <a:tailEnd len="sm" w="sm" type="none"/>
                    </a:lnT>
                    <a:lnB cap="flat" cmpd="sng" w="9525">
                      <a:solidFill>
                        <a:srgbClr val="ED1E44"/>
                      </a:solidFill>
                      <a:prstDash val="solid"/>
                      <a:round/>
                      <a:headEnd len="sm" w="sm" type="none"/>
                      <a:tailEnd len="sm" w="sm" type="none"/>
                    </a:lnB>
                    <a:extLst>
                      <a:ext uri="http://customooxmlschemas.google.com/">
                        <go:slidesCustomData xmlns:go="http://customooxmlschemas.google.com/" cellId="536:3:0"/>
                      </a:ext>
                    </a:extLst>
                  </a:tcPr>
                </a:tc>
              </a:tr>
              <a:tr h="200025">
                <a:tc>
                  <a:txBody>
                    <a:bodyPr/>
                    <a:lstStyle/>
                    <a:p>
                      <a:pPr indent="0" lvl="0" marL="0" rtl="0" algn="ctr">
                        <a:lnSpc>
                          <a:spcPct val="115000"/>
                        </a:lnSpc>
                        <a:spcBef>
                          <a:spcPts val="0"/>
                        </a:spcBef>
                        <a:spcAft>
                          <a:spcPts val="0"/>
                        </a:spcAft>
                        <a:buNone/>
                      </a:pPr>
                      <a:r>
                        <a:rPr lang="en" sz="1000"/>
                        <a:t>Account verification</a:t>
                      </a:r>
                      <a:endParaRPr sz="1000"/>
                    </a:p>
                  </a:txBody>
                  <a:tcPr marT="19050" marB="19050" marR="28575" marL="28575" anchor="b">
                    <a:lnL cap="flat" cmpd="sng" w="9525">
                      <a:solidFill>
                        <a:srgbClr val="ED1E44"/>
                      </a:solidFill>
                      <a:prstDash val="solid"/>
                      <a:round/>
                      <a:headEnd len="sm" w="sm" type="none"/>
                      <a:tailEnd len="sm" w="sm" type="none"/>
                    </a:lnL>
                    <a:lnR cap="flat" cmpd="sng" w="9525">
                      <a:solidFill>
                        <a:srgbClr val="ED1E44"/>
                      </a:solidFill>
                      <a:prstDash val="solid"/>
                      <a:round/>
                      <a:headEnd len="sm" w="sm" type="none"/>
                      <a:tailEnd len="sm" w="sm" type="none"/>
                    </a:lnR>
                    <a:lnT cap="flat" cmpd="sng" w="9525">
                      <a:solidFill>
                        <a:srgbClr val="ED1E44"/>
                      </a:solidFill>
                      <a:prstDash val="solid"/>
                      <a:round/>
                      <a:headEnd len="sm" w="sm" type="none"/>
                      <a:tailEnd len="sm" w="sm" type="none"/>
                    </a:lnT>
                    <a:lnB cap="flat" cmpd="sng" w="9525">
                      <a:solidFill>
                        <a:srgbClr val="ED1E44"/>
                      </a:solidFill>
                      <a:prstDash val="solid"/>
                      <a:round/>
                      <a:headEnd len="sm" w="sm" type="none"/>
                      <a:tailEnd len="sm" w="sm" type="none"/>
                    </a:lnB>
                    <a:extLst>
                      <a:ext uri="http://customooxmlschemas.google.com/">
                        <go:slidesCustomData xmlns:go="http://customooxmlschemas.google.com/" cellId="536:4:0"/>
                      </a:ext>
                    </a:extLst>
                  </a:tcPr>
                </a:tc>
              </a:tr>
              <a:tr h="200025">
                <a:tc>
                  <a:txBody>
                    <a:bodyPr/>
                    <a:lstStyle/>
                    <a:p>
                      <a:pPr indent="0" lvl="0" marL="0" rtl="0" algn="ctr">
                        <a:lnSpc>
                          <a:spcPct val="115000"/>
                        </a:lnSpc>
                        <a:spcBef>
                          <a:spcPts val="0"/>
                        </a:spcBef>
                        <a:spcAft>
                          <a:spcPts val="0"/>
                        </a:spcAft>
                        <a:buNone/>
                      </a:pPr>
                      <a:r>
                        <a:rPr lang="en" sz="1000"/>
                        <a:t>Promocodes</a:t>
                      </a:r>
                      <a:endParaRPr sz="1000"/>
                    </a:p>
                  </a:txBody>
                  <a:tcPr marT="19050" marB="19050" marR="28575" marL="28575" anchor="b">
                    <a:lnL cap="flat" cmpd="sng" w="9525">
                      <a:solidFill>
                        <a:srgbClr val="ED1E44"/>
                      </a:solidFill>
                      <a:prstDash val="solid"/>
                      <a:round/>
                      <a:headEnd len="sm" w="sm" type="none"/>
                      <a:tailEnd len="sm" w="sm" type="none"/>
                    </a:lnL>
                    <a:lnR cap="flat" cmpd="sng" w="9525">
                      <a:solidFill>
                        <a:srgbClr val="ED1E44"/>
                      </a:solidFill>
                      <a:prstDash val="solid"/>
                      <a:round/>
                      <a:headEnd len="sm" w="sm" type="none"/>
                      <a:tailEnd len="sm" w="sm" type="none"/>
                    </a:lnR>
                    <a:lnT cap="flat" cmpd="sng" w="9525">
                      <a:solidFill>
                        <a:srgbClr val="ED1E44"/>
                      </a:solidFill>
                      <a:prstDash val="solid"/>
                      <a:round/>
                      <a:headEnd len="sm" w="sm" type="none"/>
                      <a:tailEnd len="sm" w="sm" type="none"/>
                    </a:lnT>
                    <a:lnB cap="flat" cmpd="sng" w="9525">
                      <a:solidFill>
                        <a:srgbClr val="ED1E44"/>
                      </a:solidFill>
                      <a:prstDash val="solid"/>
                      <a:round/>
                      <a:headEnd len="sm" w="sm" type="none"/>
                      <a:tailEnd len="sm" w="sm" type="none"/>
                    </a:lnB>
                    <a:extLst>
                      <a:ext uri="http://customooxmlschemas.google.com/">
                        <go:slidesCustomData xmlns:go="http://customooxmlschemas.google.com/" cellId="536:5:0"/>
                      </a:ext>
                    </a:extLst>
                  </a:tcPr>
                </a:tc>
              </a:tr>
              <a:tr h="200025">
                <a:tc>
                  <a:txBody>
                    <a:bodyPr/>
                    <a:lstStyle/>
                    <a:p>
                      <a:pPr indent="0" lvl="0" marL="0" rtl="0" algn="ctr">
                        <a:lnSpc>
                          <a:spcPct val="115000"/>
                        </a:lnSpc>
                        <a:spcBef>
                          <a:spcPts val="0"/>
                        </a:spcBef>
                        <a:spcAft>
                          <a:spcPts val="0"/>
                        </a:spcAft>
                        <a:buNone/>
                      </a:pPr>
                      <a:r>
                        <a:rPr lang="en" sz="1000"/>
                        <a:t>Referrals</a:t>
                      </a:r>
                      <a:r>
                        <a:rPr lang="en" sz="1000"/>
                        <a:t> system</a:t>
                      </a:r>
                      <a:endParaRPr sz="1000"/>
                    </a:p>
                  </a:txBody>
                  <a:tcPr marT="19050" marB="19050" marR="28575" marL="28575" anchor="b">
                    <a:lnL cap="flat" cmpd="sng" w="9525">
                      <a:solidFill>
                        <a:srgbClr val="ED1E44"/>
                      </a:solidFill>
                      <a:prstDash val="solid"/>
                      <a:round/>
                      <a:headEnd len="sm" w="sm" type="none"/>
                      <a:tailEnd len="sm" w="sm" type="none"/>
                    </a:lnL>
                    <a:lnR cap="flat" cmpd="sng" w="9525">
                      <a:solidFill>
                        <a:srgbClr val="ED1E44"/>
                      </a:solidFill>
                      <a:prstDash val="solid"/>
                      <a:round/>
                      <a:headEnd len="sm" w="sm" type="none"/>
                      <a:tailEnd len="sm" w="sm" type="none"/>
                    </a:lnR>
                    <a:lnT cap="flat" cmpd="sng" w="9525">
                      <a:solidFill>
                        <a:srgbClr val="ED1E44"/>
                      </a:solidFill>
                      <a:prstDash val="solid"/>
                      <a:round/>
                      <a:headEnd len="sm" w="sm" type="none"/>
                      <a:tailEnd len="sm" w="sm" type="none"/>
                    </a:lnT>
                    <a:lnB cap="flat" cmpd="sng" w="9525">
                      <a:solidFill>
                        <a:srgbClr val="ED1E44"/>
                      </a:solidFill>
                      <a:prstDash val="solid"/>
                      <a:round/>
                      <a:headEnd len="sm" w="sm" type="none"/>
                      <a:tailEnd len="sm" w="sm" type="none"/>
                    </a:lnB>
                    <a:extLst>
                      <a:ext uri="http://customooxmlschemas.google.com/">
                        <go:slidesCustomData xmlns:go="http://customooxmlschemas.google.com/" cellId="536:6:0"/>
                      </a:ext>
                    </a:extLst>
                  </a:tcPr>
                </a:tc>
              </a:tr>
              <a:tr h="200025">
                <a:tc>
                  <a:txBody>
                    <a:bodyPr/>
                    <a:lstStyle/>
                    <a:p>
                      <a:pPr indent="0" lvl="0" marL="0" rtl="0" algn="ctr">
                        <a:lnSpc>
                          <a:spcPct val="115000"/>
                        </a:lnSpc>
                        <a:spcBef>
                          <a:spcPts val="0"/>
                        </a:spcBef>
                        <a:spcAft>
                          <a:spcPts val="0"/>
                        </a:spcAft>
                        <a:buNone/>
                      </a:pPr>
                      <a:r>
                        <a:rPr lang="en" sz="1000"/>
                        <a:t>Geotargeting</a:t>
                      </a:r>
                      <a:endParaRPr sz="1000"/>
                    </a:p>
                  </a:txBody>
                  <a:tcPr marT="19050" marB="19050" marR="28575" marL="28575" anchor="b">
                    <a:lnL cap="flat" cmpd="sng" w="9525">
                      <a:solidFill>
                        <a:srgbClr val="ED1E44"/>
                      </a:solidFill>
                      <a:prstDash val="solid"/>
                      <a:round/>
                      <a:headEnd len="sm" w="sm" type="none"/>
                      <a:tailEnd len="sm" w="sm" type="none"/>
                    </a:lnL>
                    <a:lnR cap="flat" cmpd="sng" w="9525">
                      <a:solidFill>
                        <a:srgbClr val="ED1E44"/>
                      </a:solidFill>
                      <a:prstDash val="solid"/>
                      <a:round/>
                      <a:headEnd len="sm" w="sm" type="none"/>
                      <a:tailEnd len="sm" w="sm" type="none"/>
                    </a:lnR>
                    <a:lnT cap="flat" cmpd="sng" w="9525">
                      <a:solidFill>
                        <a:srgbClr val="ED1E44"/>
                      </a:solidFill>
                      <a:prstDash val="solid"/>
                      <a:round/>
                      <a:headEnd len="sm" w="sm" type="none"/>
                      <a:tailEnd len="sm" w="sm" type="none"/>
                    </a:lnT>
                    <a:lnB cap="flat" cmpd="sng" w="9525">
                      <a:solidFill>
                        <a:srgbClr val="ED1E44"/>
                      </a:solidFill>
                      <a:prstDash val="solid"/>
                      <a:round/>
                      <a:headEnd len="sm" w="sm" type="none"/>
                      <a:tailEnd len="sm" w="sm" type="none"/>
                    </a:lnB>
                    <a:extLst>
                      <a:ext uri="http://customooxmlschemas.google.com/">
                        <go:slidesCustomData xmlns:go="http://customooxmlschemas.google.com/" cellId="536:7:0"/>
                      </a:ext>
                    </a:extLst>
                  </a:tcPr>
                </a:tc>
              </a:tr>
            </a:tbl>
          </a:graphicData>
        </a:graphic>
      </p:graphicFrame>
      <p:graphicFrame>
        <p:nvGraphicFramePr>
          <p:cNvPr id="537" name="Google Shape;537;g2b917c9f072_0_4"/>
          <p:cNvGraphicFramePr/>
          <p:nvPr/>
        </p:nvGraphicFramePr>
        <p:xfrm>
          <a:off x="5861988" y="1993025"/>
          <a:ext cx="3000000" cy="3000000"/>
        </p:xfrm>
        <a:graphic>
          <a:graphicData uri="http://schemas.openxmlformats.org/drawingml/2006/table">
            <a:tbl>
              <a:tblPr>
                <a:noFill/>
                <a:tableStyleId>{EBEABD93-E9DE-41B3-B967-F679C2A28950}</a:tableStyleId>
              </a:tblPr>
              <a:tblGrid>
                <a:gridCol w="1514475"/>
              </a:tblGrid>
              <a:tr h="200025">
                <a:tc>
                  <a:txBody>
                    <a:bodyPr/>
                    <a:lstStyle/>
                    <a:p>
                      <a:pPr indent="0" lvl="0" marL="0" rtl="0" algn="ctr">
                        <a:lnSpc>
                          <a:spcPct val="115000"/>
                        </a:lnSpc>
                        <a:spcBef>
                          <a:spcPts val="0"/>
                        </a:spcBef>
                        <a:spcAft>
                          <a:spcPts val="0"/>
                        </a:spcAft>
                        <a:buNone/>
                      </a:pPr>
                      <a:r>
                        <a:rPr lang="en" sz="1000"/>
                        <a:t>Sign in/ Log in</a:t>
                      </a:r>
                      <a:endParaRPr sz="1000"/>
                    </a:p>
                  </a:txBody>
                  <a:tcPr marT="19050" marB="19050" marR="28575" marL="28575" anchor="b">
                    <a:lnL cap="flat" cmpd="sng" w="9525">
                      <a:solidFill>
                        <a:srgbClr val="ED1E44"/>
                      </a:solidFill>
                      <a:prstDash val="solid"/>
                      <a:round/>
                      <a:headEnd len="sm" w="sm" type="none"/>
                      <a:tailEnd len="sm" w="sm" type="none"/>
                    </a:lnL>
                    <a:lnR cap="flat" cmpd="sng" w="9525">
                      <a:solidFill>
                        <a:srgbClr val="ED1E44"/>
                      </a:solidFill>
                      <a:prstDash val="solid"/>
                      <a:round/>
                      <a:headEnd len="sm" w="sm" type="none"/>
                      <a:tailEnd len="sm" w="sm" type="none"/>
                    </a:lnR>
                    <a:lnT cap="flat" cmpd="sng" w="9525">
                      <a:solidFill>
                        <a:srgbClr val="ED1E44"/>
                      </a:solidFill>
                      <a:prstDash val="solid"/>
                      <a:round/>
                      <a:headEnd len="sm" w="sm" type="none"/>
                      <a:tailEnd len="sm" w="sm" type="none"/>
                    </a:lnT>
                    <a:lnB cap="flat" cmpd="sng" w="9525">
                      <a:solidFill>
                        <a:srgbClr val="ED1E44"/>
                      </a:solidFill>
                      <a:prstDash val="solid"/>
                      <a:round/>
                      <a:headEnd len="sm" w="sm" type="none"/>
                      <a:tailEnd len="sm" w="sm" type="none"/>
                    </a:lnB>
                    <a:extLst>
                      <a:ext uri="http://customooxmlschemas.google.com/">
                        <go:slidesCustomData xmlns:go="http://customooxmlschemas.google.com/" cellId="537:0:0"/>
                      </a:ext>
                    </a:extLst>
                  </a:tcPr>
                </a:tc>
              </a:tr>
              <a:tr h="200025">
                <a:tc>
                  <a:txBody>
                    <a:bodyPr/>
                    <a:lstStyle/>
                    <a:p>
                      <a:pPr indent="0" lvl="0" marL="0" rtl="0" algn="ctr">
                        <a:lnSpc>
                          <a:spcPct val="115000"/>
                        </a:lnSpc>
                        <a:spcBef>
                          <a:spcPts val="0"/>
                        </a:spcBef>
                        <a:spcAft>
                          <a:spcPts val="0"/>
                        </a:spcAft>
                        <a:buNone/>
                      </a:pPr>
                      <a:r>
                        <a:rPr lang="en" sz="1000"/>
                        <a:t>Account</a:t>
                      </a:r>
                      <a:endParaRPr sz="1000"/>
                    </a:p>
                  </a:txBody>
                  <a:tcPr marT="19050" marB="19050" marR="28575" marL="28575" anchor="b">
                    <a:lnL cap="flat" cmpd="sng" w="9525">
                      <a:solidFill>
                        <a:srgbClr val="ED1E44"/>
                      </a:solidFill>
                      <a:prstDash val="solid"/>
                      <a:round/>
                      <a:headEnd len="sm" w="sm" type="none"/>
                      <a:tailEnd len="sm" w="sm" type="none"/>
                    </a:lnL>
                    <a:lnR cap="flat" cmpd="sng" w="9525">
                      <a:solidFill>
                        <a:srgbClr val="ED1E44"/>
                      </a:solidFill>
                      <a:prstDash val="solid"/>
                      <a:round/>
                      <a:headEnd len="sm" w="sm" type="none"/>
                      <a:tailEnd len="sm" w="sm" type="none"/>
                    </a:lnR>
                    <a:lnT cap="flat" cmpd="sng" w="9525">
                      <a:solidFill>
                        <a:srgbClr val="ED1E44"/>
                      </a:solidFill>
                      <a:prstDash val="solid"/>
                      <a:round/>
                      <a:headEnd len="sm" w="sm" type="none"/>
                      <a:tailEnd len="sm" w="sm" type="none"/>
                    </a:lnT>
                    <a:lnB cap="flat" cmpd="sng" w="9525">
                      <a:solidFill>
                        <a:srgbClr val="ED1E44"/>
                      </a:solidFill>
                      <a:prstDash val="solid"/>
                      <a:round/>
                      <a:headEnd len="sm" w="sm" type="none"/>
                      <a:tailEnd len="sm" w="sm" type="none"/>
                    </a:lnB>
                    <a:extLst>
                      <a:ext uri="http://customooxmlschemas.google.com/">
                        <go:slidesCustomData xmlns:go="http://customooxmlschemas.google.com/" cellId="537:1:0"/>
                      </a:ext>
                    </a:extLst>
                  </a:tcPr>
                </a:tc>
              </a:tr>
              <a:tr h="200025">
                <a:tc>
                  <a:txBody>
                    <a:bodyPr/>
                    <a:lstStyle/>
                    <a:p>
                      <a:pPr indent="0" lvl="0" marL="0" rtl="0" algn="ctr">
                        <a:lnSpc>
                          <a:spcPct val="115000"/>
                        </a:lnSpc>
                        <a:spcBef>
                          <a:spcPts val="0"/>
                        </a:spcBef>
                        <a:spcAft>
                          <a:spcPts val="0"/>
                        </a:spcAft>
                        <a:buNone/>
                      </a:pPr>
                      <a:r>
                        <a:rPr lang="en" sz="1000"/>
                        <a:t>Profile</a:t>
                      </a:r>
                      <a:endParaRPr sz="1000"/>
                    </a:p>
                  </a:txBody>
                  <a:tcPr marT="19050" marB="19050" marR="28575" marL="28575" anchor="b">
                    <a:lnL cap="flat" cmpd="sng" w="9525">
                      <a:solidFill>
                        <a:srgbClr val="ED1E44"/>
                      </a:solidFill>
                      <a:prstDash val="solid"/>
                      <a:round/>
                      <a:headEnd len="sm" w="sm" type="none"/>
                      <a:tailEnd len="sm" w="sm" type="none"/>
                    </a:lnL>
                    <a:lnR cap="flat" cmpd="sng" w="9525">
                      <a:solidFill>
                        <a:srgbClr val="ED1E44"/>
                      </a:solidFill>
                      <a:prstDash val="solid"/>
                      <a:round/>
                      <a:headEnd len="sm" w="sm" type="none"/>
                      <a:tailEnd len="sm" w="sm" type="none"/>
                    </a:lnR>
                    <a:lnT cap="flat" cmpd="sng" w="9525">
                      <a:solidFill>
                        <a:srgbClr val="ED1E44"/>
                      </a:solidFill>
                      <a:prstDash val="solid"/>
                      <a:round/>
                      <a:headEnd len="sm" w="sm" type="none"/>
                      <a:tailEnd len="sm" w="sm" type="none"/>
                    </a:lnT>
                    <a:lnB cap="flat" cmpd="sng" w="9525">
                      <a:solidFill>
                        <a:srgbClr val="ED1E44"/>
                      </a:solidFill>
                      <a:prstDash val="solid"/>
                      <a:round/>
                      <a:headEnd len="sm" w="sm" type="none"/>
                      <a:tailEnd len="sm" w="sm" type="none"/>
                    </a:lnB>
                    <a:extLst>
                      <a:ext uri="http://customooxmlschemas.google.com/">
                        <go:slidesCustomData xmlns:go="http://customooxmlschemas.google.com/" cellId="537:2:0"/>
                      </a:ext>
                    </a:extLst>
                  </a:tcPr>
                </a:tc>
              </a:tr>
              <a:tr h="200025">
                <a:tc>
                  <a:txBody>
                    <a:bodyPr/>
                    <a:lstStyle/>
                    <a:p>
                      <a:pPr indent="0" lvl="0" marL="0" rtl="0" algn="ctr">
                        <a:lnSpc>
                          <a:spcPct val="115000"/>
                        </a:lnSpc>
                        <a:spcBef>
                          <a:spcPts val="0"/>
                        </a:spcBef>
                        <a:spcAft>
                          <a:spcPts val="0"/>
                        </a:spcAft>
                        <a:buNone/>
                      </a:pPr>
                      <a:r>
                        <a:rPr lang="en" sz="1000"/>
                        <a:t>Location</a:t>
                      </a:r>
                      <a:endParaRPr sz="1000"/>
                    </a:p>
                  </a:txBody>
                  <a:tcPr marT="19050" marB="19050" marR="28575" marL="28575" anchor="b">
                    <a:lnL cap="flat" cmpd="sng" w="9525">
                      <a:solidFill>
                        <a:srgbClr val="ED1E44"/>
                      </a:solidFill>
                      <a:prstDash val="solid"/>
                      <a:round/>
                      <a:headEnd len="sm" w="sm" type="none"/>
                      <a:tailEnd len="sm" w="sm" type="none"/>
                    </a:lnL>
                    <a:lnR cap="flat" cmpd="sng" w="9525">
                      <a:solidFill>
                        <a:srgbClr val="ED1E44"/>
                      </a:solidFill>
                      <a:prstDash val="solid"/>
                      <a:round/>
                      <a:headEnd len="sm" w="sm" type="none"/>
                      <a:tailEnd len="sm" w="sm" type="none"/>
                    </a:lnR>
                    <a:lnT cap="flat" cmpd="sng" w="9525">
                      <a:solidFill>
                        <a:srgbClr val="ED1E44"/>
                      </a:solidFill>
                      <a:prstDash val="solid"/>
                      <a:round/>
                      <a:headEnd len="sm" w="sm" type="none"/>
                      <a:tailEnd len="sm" w="sm" type="none"/>
                    </a:lnT>
                    <a:lnB cap="flat" cmpd="sng" w="9525">
                      <a:solidFill>
                        <a:srgbClr val="ED1E44"/>
                      </a:solidFill>
                      <a:prstDash val="solid"/>
                      <a:round/>
                      <a:headEnd len="sm" w="sm" type="none"/>
                      <a:tailEnd len="sm" w="sm" type="none"/>
                    </a:lnB>
                    <a:extLst>
                      <a:ext uri="http://customooxmlschemas.google.com/">
                        <go:slidesCustomData xmlns:go="http://customooxmlschemas.google.com/" cellId="537:3:0"/>
                      </a:ext>
                    </a:extLst>
                  </a:tcPr>
                </a:tc>
              </a:tr>
              <a:tr h="204850">
                <a:tc>
                  <a:txBody>
                    <a:bodyPr/>
                    <a:lstStyle/>
                    <a:p>
                      <a:pPr indent="0" lvl="0" marL="0" rtl="0" algn="ctr">
                        <a:lnSpc>
                          <a:spcPct val="115000"/>
                        </a:lnSpc>
                        <a:spcBef>
                          <a:spcPts val="0"/>
                        </a:spcBef>
                        <a:spcAft>
                          <a:spcPts val="0"/>
                        </a:spcAft>
                        <a:buNone/>
                      </a:pPr>
                      <a:r>
                        <a:rPr lang="en" sz="1000"/>
                        <a:t>Ongoing tour widget</a:t>
                      </a:r>
                      <a:endParaRPr sz="1000"/>
                    </a:p>
                  </a:txBody>
                  <a:tcPr marT="19050" marB="19050" marR="28575" marL="28575" anchor="b">
                    <a:lnL cap="flat" cmpd="sng" w="9525">
                      <a:solidFill>
                        <a:srgbClr val="ED1E44"/>
                      </a:solidFill>
                      <a:prstDash val="solid"/>
                      <a:round/>
                      <a:headEnd len="sm" w="sm" type="none"/>
                      <a:tailEnd len="sm" w="sm" type="none"/>
                    </a:lnL>
                    <a:lnR cap="flat" cmpd="sng" w="9525">
                      <a:solidFill>
                        <a:srgbClr val="ED1E44"/>
                      </a:solidFill>
                      <a:prstDash val="solid"/>
                      <a:round/>
                      <a:headEnd len="sm" w="sm" type="none"/>
                      <a:tailEnd len="sm" w="sm" type="none"/>
                    </a:lnR>
                    <a:lnT cap="flat" cmpd="sng" w="9525">
                      <a:solidFill>
                        <a:srgbClr val="ED1E44"/>
                      </a:solidFill>
                      <a:prstDash val="solid"/>
                      <a:round/>
                      <a:headEnd len="sm" w="sm" type="none"/>
                      <a:tailEnd len="sm" w="sm" type="none"/>
                    </a:lnT>
                    <a:lnB cap="flat" cmpd="sng" w="9525">
                      <a:solidFill>
                        <a:srgbClr val="ED1E44"/>
                      </a:solidFill>
                      <a:prstDash val="solid"/>
                      <a:round/>
                      <a:headEnd len="sm" w="sm" type="none"/>
                      <a:tailEnd len="sm" w="sm" type="none"/>
                    </a:lnB>
                    <a:extLst>
                      <a:ext uri="http://customooxmlschemas.google.com/">
                        <go:slidesCustomData xmlns:go="http://customooxmlschemas.google.com/" cellId="537:4:0"/>
                      </a:ext>
                    </a:extLst>
                  </a:tcPr>
                </a:tc>
              </a:tr>
              <a:tr h="200025">
                <a:tc>
                  <a:txBody>
                    <a:bodyPr/>
                    <a:lstStyle/>
                    <a:p>
                      <a:pPr indent="0" lvl="0" marL="0" rtl="0" algn="ctr">
                        <a:lnSpc>
                          <a:spcPct val="115000"/>
                        </a:lnSpc>
                        <a:spcBef>
                          <a:spcPts val="0"/>
                        </a:spcBef>
                        <a:spcAft>
                          <a:spcPts val="0"/>
                        </a:spcAft>
                        <a:buNone/>
                      </a:pPr>
                      <a:r>
                        <a:rPr lang="en" sz="1000"/>
                        <a:t>History page</a:t>
                      </a:r>
                      <a:endParaRPr sz="1000"/>
                    </a:p>
                  </a:txBody>
                  <a:tcPr marT="19050" marB="19050" marR="28575" marL="28575" anchor="b">
                    <a:lnL cap="flat" cmpd="sng" w="9525">
                      <a:solidFill>
                        <a:srgbClr val="ED1E44"/>
                      </a:solidFill>
                      <a:prstDash val="solid"/>
                      <a:round/>
                      <a:headEnd len="sm" w="sm" type="none"/>
                      <a:tailEnd len="sm" w="sm" type="none"/>
                    </a:lnL>
                    <a:lnR cap="flat" cmpd="sng" w="9525">
                      <a:solidFill>
                        <a:srgbClr val="ED1E44"/>
                      </a:solidFill>
                      <a:prstDash val="solid"/>
                      <a:round/>
                      <a:headEnd len="sm" w="sm" type="none"/>
                      <a:tailEnd len="sm" w="sm" type="none"/>
                    </a:lnR>
                    <a:lnT cap="flat" cmpd="sng" w="9525">
                      <a:solidFill>
                        <a:srgbClr val="ED1E44"/>
                      </a:solidFill>
                      <a:prstDash val="solid"/>
                      <a:round/>
                      <a:headEnd len="sm" w="sm" type="none"/>
                      <a:tailEnd len="sm" w="sm" type="none"/>
                    </a:lnT>
                    <a:lnB cap="flat" cmpd="sng" w="9525">
                      <a:solidFill>
                        <a:srgbClr val="ED1E44"/>
                      </a:solidFill>
                      <a:prstDash val="solid"/>
                      <a:round/>
                      <a:headEnd len="sm" w="sm" type="none"/>
                      <a:tailEnd len="sm" w="sm" type="none"/>
                    </a:lnB>
                    <a:extLst>
                      <a:ext uri="http://customooxmlschemas.google.com/">
                        <go:slidesCustomData xmlns:go="http://customooxmlschemas.google.com/" cellId="537:5:0"/>
                      </a:ext>
                    </a:extLst>
                  </a:tcPr>
                </a:tc>
              </a:tr>
            </a:tbl>
          </a:graphicData>
        </a:graphic>
      </p:graphicFrame>
      <p:graphicFrame>
        <p:nvGraphicFramePr>
          <p:cNvPr id="538" name="Google Shape;538;g2b917c9f072_0_4"/>
          <p:cNvGraphicFramePr/>
          <p:nvPr/>
        </p:nvGraphicFramePr>
        <p:xfrm>
          <a:off x="7376475" y="1993025"/>
          <a:ext cx="3000000" cy="3000000"/>
        </p:xfrm>
        <a:graphic>
          <a:graphicData uri="http://schemas.openxmlformats.org/drawingml/2006/table">
            <a:tbl>
              <a:tblPr>
                <a:noFill/>
                <a:tableStyleId>{EBEABD93-E9DE-41B3-B967-F679C2A28950}</a:tableStyleId>
              </a:tblPr>
              <a:tblGrid>
                <a:gridCol w="1665200"/>
              </a:tblGrid>
              <a:tr h="200025">
                <a:tc>
                  <a:txBody>
                    <a:bodyPr/>
                    <a:lstStyle/>
                    <a:p>
                      <a:pPr indent="0" lvl="0" marL="0" rtl="0" algn="ctr">
                        <a:lnSpc>
                          <a:spcPct val="115000"/>
                        </a:lnSpc>
                        <a:spcBef>
                          <a:spcPts val="0"/>
                        </a:spcBef>
                        <a:spcAft>
                          <a:spcPts val="0"/>
                        </a:spcAft>
                        <a:buNone/>
                      </a:pPr>
                      <a:r>
                        <a:rPr lang="en" sz="1000"/>
                        <a:t>Create bundles</a:t>
                      </a:r>
                      <a:endParaRPr sz="1000"/>
                    </a:p>
                  </a:txBody>
                  <a:tcPr marT="19050" marB="19050" marR="28575" marL="28575" anchor="b">
                    <a:lnL cap="flat" cmpd="sng" w="9525">
                      <a:solidFill>
                        <a:srgbClr val="ED1E44"/>
                      </a:solidFill>
                      <a:prstDash val="solid"/>
                      <a:round/>
                      <a:headEnd len="sm" w="sm" type="none"/>
                      <a:tailEnd len="sm" w="sm" type="none"/>
                    </a:lnL>
                    <a:lnR cap="flat" cmpd="sng" w="9525">
                      <a:solidFill>
                        <a:srgbClr val="ED1E44"/>
                      </a:solidFill>
                      <a:prstDash val="solid"/>
                      <a:round/>
                      <a:headEnd len="sm" w="sm" type="none"/>
                      <a:tailEnd len="sm" w="sm" type="none"/>
                    </a:lnR>
                    <a:lnT cap="flat" cmpd="sng" w="9525">
                      <a:solidFill>
                        <a:srgbClr val="ED1E44"/>
                      </a:solidFill>
                      <a:prstDash val="solid"/>
                      <a:round/>
                      <a:headEnd len="sm" w="sm" type="none"/>
                      <a:tailEnd len="sm" w="sm" type="none"/>
                    </a:lnT>
                    <a:lnB cap="flat" cmpd="sng" w="9525">
                      <a:solidFill>
                        <a:srgbClr val="ED1E44"/>
                      </a:solidFill>
                      <a:prstDash val="solid"/>
                      <a:round/>
                      <a:headEnd len="sm" w="sm" type="none"/>
                      <a:tailEnd len="sm" w="sm" type="none"/>
                    </a:lnB>
                    <a:extLst>
                      <a:ext uri="http://customooxmlschemas.google.com/">
                        <go:slidesCustomData xmlns:go="http://customooxmlschemas.google.com/" cellId="538:0:0"/>
                      </a:ext>
                    </a:extLst>
                  </a:tcPr>
                </a:tc>
              </a:tr>
              <a:tr h="200025">
                <a:tc>
                  <a:txBody>
                    <a:bodyPr/>
                    <a:lstStyle/>
                    <a:p>
                      <a:pPr indent="0" lvl="0" marL="0" rtl="0" algn="ctr">
                        <a:lnSpc>
                          <a:spcPct val="115000"/>
                        </a:lnSpc>
                        <a:spcBef>
                          <a:spcPts val="0"/>
                        </a:spcBef>
                        <a:spcAft>
                          <a:spcPts val="0"/>
                        </a:spcAft>
                        <a:buNone/>
                      </a:pPr>
                      <a:r>
                        <a:rPr lang="en" sz="1000"/>
                        <a:t>Guide Badges</a:t>
                      </a:r>
                      <a:endParaRPr sz="1000"/>
                    </a:p>
                  </a:txBody>
                  <a:tcPr marT="19050" marB="19050" marR="28575" marL="28575" anchor="b">
                    <a:lnL cap="flat" cmpd="sng" w="9525">
                      <a:solidFill>
                        <a:srgbClr val="ED1E44"/>
                      </a:solidFill>
                      <a:prstDash val="solid"/>
                      <a:round/>
                      <a:headEnd len="sm" w="sm" type="none"/>
                      <a:tailEnd len="sm" w="sm" type="none"/>
                    </a:lnL>
                    <a:lnR cap="flat" cmpd="sng" w="9525">
                      <a:solidFill>
                        <a:srgbClr val="ED1E44"/>
                      </a:solidFill>
                      <a:prstDash val="solid"/>
                      <a:round/>
                      <a:headEnd len="sm" w="sm" type="none"/>
                      <a:tailEnd len="sm" w="sm" type="none"/>
                    </a:lnR>
                    <a:lnT cap="flat" cmpd="sng" w="9525">
                      <a:solidFill>
                        <a:srgbClr val="ED1E44"/>
                      </a:solidFill>
                      <a:prstDash val="solid"/>
                      <a:round/>
                      <a:headEnd len="sm" w="sm" type="none"/>
                      <a:tailEnd len="sm" w="sm" type="none"/>
                    </a:lnT>
                    <a:lnB cap="flat" cmpd="sng" w="9525">
                      <a:solidFill>
                        <a:srgbClr val="ED1E44"/>
                      </a:solidFill>
                      <a:prstDash val="solid"/>
                      <a:round/>
                      <a:headEnd len="sm" w="sm" type="none"/>
                      <a:tailEnd len="sm" w="sm" type="none"/>
                    </a:lnB>
                    <a:extLst>
                      <a:ext uri="http://customooxmlschemas.google.com/">
                        <go:slidesCustomData xmlns:go="http://customooxmlschemas.google.com/" cellId="538:1:0"/>
                      </a:ext>
                    </a:extLst>
                  </a:tcPr>
                </a:tc>
              </a:tr>
              <a:tr h="200025">
                <a:tc>
                  <a:txBody>
                    <a:bodyPr/>
                    <a:lstStyle/>
                    <a:p>
                      <a:pPr indent="0" lvl="0" marL="0" rtl="0" algn="ctr">
                        <a:lnSpc>
                          <a:spcPct val="115000"/>
                        </a:lnSpc>
                        <a:spcBef>
                          <a:spcPts val="0"/>
                        </a:spcBef>
                        <a:spcAft>
                          <a:spcPts val="0"/>
                        </a:spcAft>
                        <a:buNone/>
                      </a:pPr>
                      <a:r>
                        <a:rPr lang="en" sz="1000"/>
                        <a:t>Highlight tour option</a:t>
                      </a:r>
                      <a:endParaRPr sz="1000"/>
                    </a:p>
                  </a:txBody>
                  <a:tcPr marT="19050" marB="19050" marR="28575" marL="28575" anchor="b">
                    <a:lnL cap="flat" cmpd="sng" w="9525">
                      <a:solidFill>
                        <a:srgbClr val="ED1E44"/>
                      </a:solidFill>
                      <a:prstDash val="solid"/>
                      <a:round/>
                      <a:headEnd len="sm" w="sm" type="none"/>
                      <a:tailEnd len="sm" w="sm" type="none"/>
                    </a:lnL>
                    <a:lnR cap="flat" cmpd="sng" w="9525">
                      <a:solidFill>
                        <a:srgbClr val="ED1E44"/>
                      </a:solidFill>
                      <a:prstDash val="solid"/>
                      <a:round/>
                      <a:headEnd len="sm" w="sm" type="none"/>
                      <a:tailEnd len="sm" w="sm" type="none"/>
                    </a:lnR>
                    <a:lnT cap="flat" cmpd="sng" w="9525">
                      <a:solidFill>
                        <a:srgbClr val="ED1E44"/>
                      </a:solidFill>
                      <a:prstDash val="solid"/>
                      <a:round/>
                      <a:headEnd len="sm" w="sm" type="none"/>
                      <a:tailEnd len="sm" w="sm" type="none"/>
                    </a:lnT>
                    <a:lnB cap="flat" cmpd="sng" w="9525">
                      <a:solidFill>
                        <a:srgbClr val="ED1E44"/>
                      </a:solidFill>
                      <a:prstDash val="solid"/>
                      <a:round/>
                      <a:headEnd len="sm" w="sm" type="none"/>
                      <a:tailEnd len="sm" w="sm" type="none"/>
                    </a:lnB>
                    <a:extLst>
                      <a:ext uri="http://customooxmlschemas.google.com/">
                        <go:slidesCustomData xmlns:go="http://customooxmlschemas.google.com/" cellId="538:2:0"/>
                      </a:ext>
                    </a:extLst>
                  </a:tcPr>
                </a:tc>
              </a:tr>
              <a:tr h="200025">
                <a:tc>
                  <a:txBody>
                    <a:bodyPr/>
                    <a:lstStyle/>
                    <a:p>
                      <a:pPr indent="0" lvl="0" marL="0" rtl="0" algn="ctr">
                        <a:lnSpc>
                          <a:spcPct val="115000"/>
                        </a:lnSpc>
                        <a:spcBef>
                          <a:spcPts val="0"/>
                        </a:spcBef>
                        <a:spcAft>
                          <a:spcPts val="0"/>
                        </a:spcAft>
                        <a:buNone/>
                      </a:pPr>
                      <a:r>
                        <a:rPr lang="en" sz="1000"/>
                        <a:t>Chats</a:t>
                      </a:r>
                      <a:endParaRPr sz="1000"/>
                    </a:p>
                  </a:txBody>
                  <a:tcPr marT="19050" marB="19050" marR="28575" marL="28575" anchor="b">
                    <a:lnL cap="flat" cmpd="sng" w="9525">
                      <a:solidFill>
                        <a:srgbClr val="ED1E44"/>
                      </a:solidFill>
                      <a:prstDash val="solid"/>
                      <a:round/>
                      <a:headEnd len="sm" w="sm" type="none"/>
                      <a:tailEnd len="sm" w="sm" type="none"/>
                    </a:lnL>
                    <a:lnR cap="flat" cmpd="sng" w="9525">
                      <a:solidFill>
                        <a:srgbClr val="ED1E44"/>
                      </a:solidFill>
                      <a:prstDash val="solid"/>
                      <a:round/>
                      <a:headEnd len="sm" w="sm" type="none"/>
                      <a:tailEnd len="sm" w="sm" type="none"/>
                    </a:lnR>
                    <a:lnT cap="flat" cmpd="sng" w="9525">
                      <a:solidFill>
                        <a:srgbClr val="ED1E44"/>
                      </a:solidFill>
                      <a:prstDash val="solid"/>
                      <a:round/>
                      <a:headEnd len="sm" w="sm" type="none"/>
                      <a:tailEnd len="sm" w="sm" type="none"/>
                    </a:lnT>
                    <a:lnB cap="flat" cmpd="sng" w="9525">
                      <a:solidFill>
                        <a:srgbClr val="ED1E44"/>
                      </a:solidFill>
                      <a:prstDash val="solid"/>
                      <a:round/>
                      <a:headEnd len="sm" w="sm" type="none"/>
                      <a:tailEnd len="sm" w="sm" type="none"/>
                    </a:lnB>
                    <a:extLst>
                      <a:ext uri="http://customooxmlschemas.google.com/">
                        <go:slidesCustomData xmlns:go="http://customooxmlschemas.google.com/" cellId="538:3:0"/>
                      </a:ext>
                    </a:extLst>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cxnSp>
        <p:nvCxnSpPr>
          <p:cNvPr id="543" name="Google Shape;543;g2bf215b6af8_0_5"/>
          <p:cNvCxnSpPr/>
          <p:nvPr/>
        </p:nvCxnSpPr>
        <p:spPr>
          <a:xfrm rot="10800000">
            <a:off x="968400" y="270025"/>
            <a:ext cx="8175600" cy="4800"/>
          </a:xfrm>
          <a:prstGeom prst="straightConnector1">
            <a:avLst/>
          </a:prstGeom>
          <a:noFill/>
          <a:ln cap="flat" cmpd="sng" w="28575">
            <a:solidFill>
              <a:srgbClr val="ED1E44"/>
            </a:solidFill>
            <a:prstDash val="solid"/>
            <a:round/>
            <a:headEnd len="med" w="med" type="none"/>
            <a:tailEnd len="med" w="med" type="none"/>
          </a:ln>
        </p:spPr>
      </p:cxnSp>
      <p:pic>
        <p:nvPicPr>
          <p:cNvPr id="544" name="Google Shape;544;g2bf215b6af8_0_5"/>
          <p:cNvPicPr preferRelativeResize="0"/>
          <p:nvPr/>
        </p:nvPicPr>
        <p:blipFill rotWithShape="1">
          <a:blip r:embed="rId3">
            <a:alphaModFix/>
          </a:blip>
          <a:srcRect b="44952" l="23629" r="28117" t="0"/>
          <a:stretch/>
        </p:blipFill>
        <p:spPr>
          <a:xfrm>
            <a:off x="235225" y="181550"/>
            <a:ext cx="572326" cy="551551"/>
          </a:xfrm>
          <a:prstGeom prst="rect">
            <a:avLst/>
          </a:prstGeom>
          <a:noFill/>
          <a:ln>
            <a:noFill/>
          </a:ln>
        </p:spPr>
      </p:pic>
      <p:sp>
        <p:nvSpPr>
          <p:cNvPr id="545" name="Google Shape;545;g2bf215b6af8_0_5"/>
          <p:cNvSpPr/>
          <p:nvPr/>
        </p:nvSpPr>
        <p:spPr>
          <a:xfrm>
            <a:off x="953075" y="419100"/>
            <a:ext cx="24425" cy="19050"/>
          </a:xfrm>
          <a:prstGeom prst="flowChartOnlineStorage">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46" name="Google Shape;546;g2bf215b6af8_0_5"/>
          <p:cNvSpPr txBox="1"/>
          <p:nvPr/>
        </p:nvSpPr>
        <p:spPr>
          <a:xfrm>
            <a:off x="0" y="4729225"/>
            <a:ext cx="19170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999999"/>
                </a:solidFill>
                <a:latin typeface="Fredoka"/>
                <a:ea typeface="Fredoka"/>
                <a:cs typeface="Fredoka"/>
                <a:sym typeface="Fredoka"/>
              </a:rPr>
              <a:t>pockettours.com</a:t>
            </a:r>
            <a:endParaRPr sz="1100">
              <a:solidFill>
                <a:srgbClr val="999999"/>
              </a:solidFill>
              <a:latin typeface="Fredoka"/>
              <a:ea typeface="Fredoka"/>
              <a:cs typeface="Fredoka"/>
              <a:sym typeface="Fredoka"/>
            </a:endParaRPr>
          </a:p>
        </p:txBody>
      </p:sp>
      <p:sp>
        <p:nvSpPr>
          <p:cNvPr id="547" name="Google Shape;547;g2bf215b6af8_0_5"/>
          <p:cNvSpPr txBox="1"/>
          <p:nvPr/>
        </p:nvSpPr>
        <p:spPr>
          <a:xfrm>
            <a:off x="8186700" y="4729225"/>
            <a:ext cx="957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999999"/>
                </a:solidFill>
                <a:latin typeface="Fredoka"/>
                <a:ea typeface="Fredoka"/>
                <a:cs typeface="Fredoka"/>
                <a:sym typeface="Fredoka"/>
              </a:rPr>
              <a:t>@2024</a:t>
            </a:r>
            <a:endParaRPr sz="1100">
              <a:solidFill>
                <a:srgbClr val="999999"/>
              </a:solidFill>
              <a:latin typeface="Fredoka"/>
              <a:ea typeface="Fredoka"/>
              <a:cs typeface="Fredoka"/>
              <a:sym typeface="Fredoka"/>
            </a:endParaRPr>
          </a:p>
        </p:txBody>
      </p:sp>
      <p:sp>
        <p:nvSpPr>
          <p:cNvPr id="548" name="Google Shape;548;g2bf215b6af8_0_5"/>
          <p:cNvSpPr txBox="1"/>
          <p:nvPr/>
        </p:nvSpPr>
        <p:spPr>
          <a:xfrm>
            <a:off x="3613500" y="4729225"/>
            <a:ext cx="19170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999999"/>
                </a:solidFill>
                <a:latin typeface="Fredoka"/>
                <a:ea typeface="Fredoka"/>
                <a:cs typeface="Fredoka"/>
                <a:sym typeface="Fredoka"/>
              </a:rPr>
              <a:t>city tours in your pocket</a:t>
            </a:r>
            <a:endParaRPr sz="1100">
              <a:solidFill>
                <a:srgbClr val="999999"/>
              </a:solidFill>
              <a:latin typeface="Fredoka"/>
              <a:ea typeface="Fredoka"/>
              <a:cs typeface="Fredoka"/>
              <a:sym typeface="Fredoka"/>
            </a:endParaRPr>
          </a:p>
        </p:txBody>
      </p:sp>
      <p:sp>
        <p:nvSpPr>
          <p:cNvPr id="549" name="Google Shape;549;g2bf215b6af8_0_5"/>
          <p:cNvSpPr/>
          <p:nvPr/>
        </p:nvSpPr>
        <p:spPr>
          <a:xfrm>
            <a:off x="858750" y="260350"/>
            <a:ext cx="2341800" cy="294900"/>
          </a:xfrm>
          <a:prstGeom prst="roundRect">
            <a:avLst>
              <a:gd fmla="val 11318" name="adj"/>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Fredoka Medium"/>
                <a:ea typeface="Fredoka Medium"/>
                <a:cs typeface="Fredoka Medium"/>
                <a:sym typeface="Fredoka Medium"/>
              </a:rPr>
              <a:t>Financials</a:t>
            </a:r>
            <a:endParaRPr>
              <a:solidFill>
                <a:schemeClr val="lt1"/>
              </a:solidFill>
              <a:latin typeface="Fredoka Medium"/>
              <a:ea typeface="Fredoka Medium"/>
              <a:cs typeface="Fredoka Medium"/>
              <a:sym typeface="Fredoka Medium"/>
            </a:endParaRPr>
          </a:p>
        </p:txBody>
      </p:sp>
      <p:sp>
        <p:nvSpPr>
          <p:cNvPr id="550" name="Google Shape;550;g2bf215b6af8_0_5"/>
          <p:cNvSpPr txBox="1"/>
          <p:nvPr/>
        </p:nvSpPr>
        <p:spPr>
          <a:xfrm>
            <a:off x="-448402" y="2900361"/>
            <a:ext cx="5127900" cy="52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200">
                <a:solidFill>
                  <a:srgbClr val="999999"/>
                </a:solidFill>
                <a:latin typeface="Inter"/>
                <a:ea typeface="Inter"/>
                <a:cs typeface="Inter"/>
                <a:sym typeface="Inter"/>
              </a:rPr>
              <a:t>Product development</a:t>
            </a:r>
            <a:endParaRPr b="1" sz="2200">
              <a:solidFill>
                <a:srgbClr val="999999"/>
              </a:solidFill>
              <a:latin typeface="Inter"/>
              <a:ea typeface="Inter"/>
              <a:cs typeface="Inter"/>
              <a:sym typeface="Inter"/>
            </a:endParaRPr>
          </a:p>
        </p:txBody>
      </p:sp>
      <p:sp>
        <p:nvSpPr>
          <p:cNvPr id="551" name="Google Shape;551;g2bf215b6af8_0_5"/>
          <p:cNvSpPr/>
          <p:nvPr/>
        </p:nvSpPr>
        <p:spPr>
          <a:xfrm>
            <a:off x="4731050" y="2848238"/>
            <a:ext cx="2958900" cy="644100"/>
          </a:xfrm>
          <a:prstGeom prst="roundRect">
            <a:avLst>
              <a:gd fmla="val 11318" name="adj"/>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spcBef>
                <a:spcPts val="0"/>
              </a:spcBef>
              <a:spcAft>
                <a:spcPts val="0"/>
              </a:spcAft>
              <a:buNone/>
            </a:pPr>
            <a:r>
              <a:rPr lang="en" sz="3000">
                <a:solidFill>
                  <a:schemeClr val="lt1"/>
                </a:solidFill>
                <a:latin typeface="Fredoka Medium"/>
                <a:ea typeface="Fredoka Medium"/>
                <a:cs typeface="Fredoka Medium"/>
                <a:sym typeface="Fredoka Medium"/>
              </a:rPr>
              <a:t>97.320</a:t>
            </a:r>
            <a:r>
              <a:rPr lang="en" sz="2800">
                <a:solidFill>
                  <a:schemeClr val="lt1"/>
                </a:solidFill>
                <a:latin typeface="Fredoka"/>
                <a:ea typeface="Fredoka"/>
                <a:cs typeface="Fredoka"/>
                <a:sym typeface="Fredoka"/>
              </a:rPr>
              <a:t>€</a:t>
            </a:r>
            <a:endParaRPr sz="3000">
              <a:solidFill>
                <a:schemeClr val="lt1"/>
              </a:solidFill>
              <a:latin typeface="Fredoka Medium"/>
              <a:ea typeface="Fredoka Medium"/>
              <a:cs typeface="Fredoka Medium"/>
              <a:sym typeface="Fredoka Medium"/>
            </a:endParaRPr>
          </a:p>
        </p:txBody>
      </p:sp>
      <p:sp>
        <p:nvSpPr>
          <p:cNvPr id="552" name="Google Shape;552;g2bf215b6af8_0_5"/>
          <p:cNvSpPr/>
          <p:nvPr/>
        </p:nvSpPr>
        <p:spPr>
          <a:xfrm>
            <a:off x="5039600" y="2154550"/>
            <a:ext cx="2341800" cy="644100"/>
          </a:xfrm>
          <a:prstGeom prst="roundRect">
            <a:avLst>
              <a:gd fmla="val 11318" name="adj"/>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spcBef>
                <a:spcPts val="0"/>
              </a:spcBef>
              <a:spcAft>
                <a:spcPts val="0"/>
              </a:spcAft>
              <a:buNone/>
            </a:pPr>
            <a:r>
              <a:rPr lang="en" sz="3000">
                <a:solidFill>
                  <a:schemeClr val="lt1"/>
                </a:solidFill>
                <a:latin typeface="Fredoka Medium"/>
                <a:ea typeface="Fredoka Medium"/>
                <a:cs typeface="Fredoka Medium"/>
                <a:sym typeface="Fredoka Medium"/>
              </a:rPr>
              <a:t>87</a:t>
            </a:r>
            <a:r>
              <a:rPr lang="en" sz="3000">
                <a:solidFill>
                  <a:schemeClr val="lt1"/>
                </a:solidFill>
                <a:latin typeface="Fredoka Medium"/>
                <a:ea typeface="Fredoka Medium"/>
                <a:cs typeface="Fredoka Medium"/>
                <a:sym typeface="Fredoka Medium"/>
              </a:rPr>
              <a:t>.818</a:t>
            </a:r>
            <a:r>
              <a:rPr lang="en" sz="2800">
                <a:solidFill>
                  <a:schemeClr val="lt1"/>
                </a:solidFill>
                <a:latin typeface="Fredoka"/>
                <a:ea typeface="Fredoka"/>
                <a:cs typeface="Fredoka"/>
                <a:sym typeface="Fredoka"/>
              </a:rPr>
              <a:t>€</a:t>
            </a:r>
            <a:endParaRPr sz="3000">
              <a:solidFill>
                <a:schemeClr val="lt1"/>
              </a:solidFill>
              <a:latin typeface="Fredoka Medium"/>
              <a:ea typeface="Fredoka Medium"/>
              <a:cs typeface="Fredoka Medium"/>
              <a:sym typeface="Fredoka Medium"/>
            </a:endParaRPr>
          </a:p>
        </p:txBody>
      </p:sp>
      <p:sp>
        <p:nvSpPr>
          <p:cNvPr id="553" name="Google Shape;553;g2bf215b6af8_0_5"/>
          <p:cNvSpPr txBox="1"/>
          <p:nvPr/>
        </p:nvSpPr>
        <p:spPr>
          <a:xfrm>
            <a:off x="-448402" y="2201486"/>
            <a:ext cx="5127900" cy="52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200">
                <a:solidFill>
                  <a:srgbClr val="999999"/>
                </a:solidFill>
                <a:latin typeface="Inter"/>
                <a:ea typeface="Inter"/>
                <a:cs typeface="Inter"/>
                <a:sym typeface="Inter"/>
              </a:rPr>
              <a:t>Business</a:t>
            </a:r>
            <a:endParaRPr b="1" sz="2200">
              <a:solidFill>
                <a:srgbClr val="999999"/>
              </a:solidFill>
              <a:latin typeface="Inter"/>
              <a:ea typeface="Inter"/>
              <a:cs typeface="Inter"/>
              <a:sym typeface="Inter"/>
            </a:endParaRPr>
          </a:p>
        </p:txBody>
      </p:sp>
      <p:sp>
        <p:nvSpPr>
          <p:cNvPr id="554" name="Google Shape;554;g2bf215b6af8_0_5"/>
          <p:cNvSpPr/>
          <p:nvPr/>
        </p:nvSpPr>
        <p:spPr>
          <a:xfrm>
            <a:off x="5288300" y="1455688"/>
            <a:ext cx="1844400" cy="644100"/>
          </a:xfrm>
          <a:prstGeom prst="roundRect">
            <a:avLst>
              <a:gd fmla="val 11318" name="adj"/>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spcBef>
                <a:spcPts val="0"/>
              </a:spcBef>
              <a:spcAft>
                <a:spcPts val="0"/>
              </a:spcAft>
              <a:buNone/>
            </a:pPr>
            <a:r>
              <a:rPr lang="en" sz="3000">
                <a:solidFill>
                  <a:schemeClr val="lt1"/>
                </a:solidFill>
                <a:latin typeface="Fredoka Medium"/>
                <a:ea typeface="Fredoka Medium"/>
                <a:cs typeface="Fredoka Medium"/>
                <a:sym typeface="Fredoka Medium"/>
              </a:rPr>
              <a:t>38</a:t>
            </a:r>
            <a:r>
              <a:rPr lang="en" sz="3000">
                <a:solidFill>
                  <a:schemeClr val="lt1"/>
                </a:solidFill>
                <a:latin typeface="Fredoka Medium"/>
                <a:ea typeface="Fredoka Medium"/>
                <a:cs typeface="Fredoka Medium"/>
                <a:sym typeface="Fredoka Medium"/>
              </a:rPr>
              <a:t>.150</a:t>
            </a:r>
            <a:r>
              <a:rPr lang="en" sz="2800">
                <a:solidFill>
                  <a:schemeClr val="lt1"/>
                </a:solidFill>
                <a:latin typeface="Fredoka"/>
                <a:ea typeface="Fredoka"/>
                <a:cs typeface="Fredoka"/>
                <a:sym typeface="Fredoka"/>
              </a:rPr>
              <a:t>€</a:t>
            </a:r>
            <a:endParaRPr sz="3000">
              <a:solidFill>
                <a:schemeClr val="lt1"/>
              </a:solidFill>
              <a:latin typeface="Fredoka Medium"/>
              <a:ea typeface="Fredoka Medium"/>
              <a:cs typeface="Fredoka Medium"/>
              <a:sym typeface="Fredoka Medium"/>
            </a:endParaRPr>
          </a:p>
        </p:txBody>
      </p:sp>
      <p:sp>
        <p:nvSpPr>
          <p:cNvPr id="555" name="Google Shape;555;g2bf215b6af8_0_5"/>
          <p:cNvSpPr txBox="1"/>
          <p:nvPr/>
        </p:nvSpPr>
        <p:spPr>
          <a:xfrm>
            <a:off x="-448402" y="1502611"/>
            <a:ext cx="5127900" cy="52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200">
                <a:solidFill>
                  <a:srgbClr val="999999"/>
                </a:solidFill>
                <a:latin typeface="Inter"/>
                <a:ea typeface="Inter"/>
                <a:cs typeface="Inter"/>
                <a:sym typeface="Inter"/>
              </a:rPr>
              <a:t>Marketing</a:t>
            </a:r>
            <a:endParaRPr b="1" sz="2200">
              <a:solidFill>
                <a:srgbClr val="999999"/>
              </a:solidFill>
              <a:latin typeface="Inter"/>
              <a:ea typeface="Inter"/>
              <a:cs typeface="Inter"/>
              <a:sym typeface="Inter"/>
            </a:endParaRPr>
          </a:p>
        </p:txBody>
      </p:sp>
      <p:sp>
        <p:nvSpPr>
          <p:cNvPr id="556" name="Google Shape;556;g2bf215b6af8_0_5"/>
          <p:cNvSpPr/>
          <p:nvPr/>
        </p:nvSpPr>
        <p:spPr>
          <a:xfrm>
            <a:off x="4124450" y="3541913"/>
            <a:ext cx="4172100" cy="644100"/>
          </a:xfrm>
          <a:prstGeom prst="roundRect">
            <a:avLst>
              <a:gd fmla="val 11318" name="adj"/>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spcBef>
                <a:spcPts val="0"/>
              </a:spcBef>
              <a:spcAft>
                <a:spcPts val="0"/>
              </a:spcAft>
              <a:buNone/>
            </a:pPr>
            <a:r>
              <a:rPr lang="en" sz="3000">
                <a:solidFill>
                  <a:schemeClr val="lt1"/>
                </a:solidFill>
                <a:latin typeface="Fredoka Medium"/>
                <a:ea typeface="Fredoka Medium"/>
                <a:cs typeface="Fredoka Medium"/>
                <a:sym typeface="Fredoka Medium"/>
              </a:rPr>
              <a:t>225.000</a:t>
            </a:r>
            <a:r>
              <a:rPr lang="en" sz="2800">
                <a:solidFill>
                  <a:schemeClr val="lt1"/>
                </a:solidFill>
                <a:latin typeface="Fredoka"/>
                <a:ea typeface="Fredoka"/>
                <a:cs typeface="Fredoka"/>
                <a:sym typeface="Fredoka"/>
              </a:rPr>
              <a:t>€</a:t>
            </a:r>
            <a:endParaRPr sz="3000">
              <a:solidFill>
                <a:schemeClr val="lt1"/>
              </a:solidFill>
              <a:latin typeface="Fredoka Medium"/>
              <a:ea typeface="Fredoka Medium"/>
              <a:cs typeface="Fredoka Medium"/>
              <a:sym typeface="Fredoka Medium"/>
            </a:endParaRPr>
          </a:p>
        </p:txBody>
      </p:sp>
      <p:sp>
        <p:nvSpPr>
          <p:cNvPr id="557" name="Google Shape;557;g2bf215b6af8_0_5"/>
          <p:cNvSpPr txBox="1"/>
          <p:nvPr/>
        </p:nvSpPr>
        <p:spPr>
          <a:xfrm>
            <a:off x="-448402" y="3588836"/>
            <a:ext cx="5127900" cy="52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200">
                <a:solidFill>
                  <a:srgbClr val="999999"/>
                </a:solidFill>
                <a:latin typeface="Inter"/>
                <a:ea typeface="Inter"/>
                <a:cs typeface="Inter"/>
                <a:sym typeface="Inter"/>
              </a:rPr>
              <a:t>Total</a:t>
            </a:r>
            <a:endParaRPr b="1" sz="2200">
              <a:solidFill>
                <a:srgbClr val="999999"/>
              </a:solidFill>
              <a:latin typeface="Inter"/>
              <a:ea typeface="Inter"/>
              <a:cs typeface="Inter"/>
              <a:sym typeface="Inte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cxnSp>
        <p:nvCxnSpPr>
          <p:cNvPr id="562" name="Google Shape;562;g2c54f546731_0_1"/>
          <p:cNvCxnSpPr/>
          <p:nvPr/>
        </p:nvCxnSpPr>
        <p:spPr>
          <a:xfrm rot="10800000">
            <a:off x="968400" y="270025"/>
            <a:ext cx="8175600" cy="4800"/>
          </a:xfrm>
          <a:prstGeom prst="straightConnector1">
            <a:avLst/>
          </a:prstGeom>
          <a:noFill/>
          <a:ln cap="flat" cmpd="sng" w="28575">
            <a:solidFill>
              <a:srgbClr val="ED1E44"/>
            </a:solidFill>
            <a:prstDash val="solid"/>
            <a:round/>
            <a:headEnd len="med" w="med" type="none"/>
            <a:tailEnd len="med" w="med" type="none"/>
          </a:ln>
        </p:spPr>
      </p:cxnSp>
      <p:pic>
        <p:nvPicPr>
          <p:cNvPr id="563" name="Google Shape;563;g2c54f546731_0_1"/>
          <p:cNvPicPr preferRelativeResize="0"/>
          <p:nvPr/>
        </p:nvPicPr>
        <p:blipFill rotWithShape="1">
          <a:blip r:embed="rId3">
            <a:alphaModFix/>
          </a:blip>
          <a:srcRect b="44952" l="23629" r="28117" t="0"/>
          <a:stretch/>
        </p:blipFill>
        <p:spPr>
          <a:xfrm>
            <a:off x="235225" y="181550"/>
            <a:ext cx="572326" cy="551551"/>
          </a:xfrm>
          <a:prstGeom prst="rect">
            <a:avLst/>
          </a:prstGeom>
          <a:noFill/>
          <a:ln>
            <a:noFill/>
          </a:ln>
        </p:spPr>
      </p:pic>
      <p:sp>
        <p:nvSpPr>
          <p:cNvPr id="564" name="Google Shape;564;g2c54f546731_0_1"/>
          <p:cNvSpPr/>
          <p:nvPr/>
        </p:nvSpPr>
        <p:spPr>
          <a:xfrm>
            <a:off x="953075" y="419100"/>
            <a:ext cx="24425" cy="19050"/>
          </a:xfrm>
          <a:prstGeom prst="flowChartOnlineStorage">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65" name="Google Shape;565;g2c54f546731_0_1"/>
          <p:cNvSpPr txBox="1"/>
          <p:nvPr/>
        </p:nvSpPr>
        <p:spPr>
          <a:xfrm>
            <a:off x="0" y="4729225"/>
            <a:ext cx="19170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999999"/>
                </a:solidFill>
                <a:latin typeface="Fredoka"/>
                <a:ea typeface="Fredoka"/>
                <a:cs typeface="Fredoka"/>
                <a:sym typeface="Fredoka"/>
              </a:rPr>
              <a:t>pockettours.com</a:t>
            </a:r>
            <a:endParaRPr sz="1100">
              <a:solidFill>
                <a:srgbClr val="999999"/>
              </a:solidFill>
              <a:latin typeface="Fredoka"/>
              <a:ea typeface="Fredoka"/>
              <a:cs typeface="Fredoka"/>
              <a:sym typeface="Fredoka"/>
            </a:endParaRPr>
          </a:p>
        </p:txBody>
      </p:sp>
      <p:sp>
        <p:nvSpPr>
          <p:cNvPr id="566" name="Google Shape;566;g2c54f546731_0_1"/>
          <p:cNvSpPr txBox="1"/>
          <p:nvPr/>
        </p:nvSpPr>
        <p:spPr>
          <a:xfrm>
            <a:off x="8186700" y="4729225"/>
            <a:ext cx="957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999999"/>
                </a:solidFill>
                <a:latin typeface="Fredoka"/>
                <a:ea typeface="Fredoka"/>
                <a:cs typeface="Fredoka"/>
                <a:sym typeface="Fredoka"/>
              </a:rPr>
              <a:t>@2024</a:t>
            </a:r>
            <a:endParaRPr sz="1100">
              <a:solidFill>
                <a:srgbClr val="999999"/>
              </a:solidFill>
              <a:latin typeface="Fredoka"/>
              <a:ea typeface="Fredoka"/>
              <a:cs typeface="Fredoka"/>
              <a:sym typeface="Fredoka"/>
            </a:endParaRPr>
          </a:p>
        </p:txBody>
      </p:sp>
      <p:sp>
        <p:nvSpPr>
          <p:cNvPr id="567" name="Google Shape;567;g2c54f546731_0_1"/>
          <p:cNvSpPr txBox="1"/>
          <p:nvPr/>
        </p:nvSpPr>
        <p:spPr>
          <a:xfrm>
            <a:off x="3613500" y="4729225"/>
            <a:ext cx="19170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999999"/>
                </a:solidFill>
                <a:latin typeface="Fredoka"/>
                <a:ea typeface="Fredoka"/>
                <a:cs typeface="Fredoka"/>
                <a:sym typeface="Fredoka"/>
              </a:rPr>
              <a:t>city tours in your pocket</a:t>
            </a:r>
            <a:endParaRPr sz="1100">
              <a:solidFill>
                <a:srgbClr val="999999"/>
              </a:solidFill>
              <a:latin typeface="Fredoka"/>
              <a:ea typeface="Fredoka"/>
              <a:cs typeface="Fredoka"/>
              <a:sym typeface="Fredoka"/>
            </a:endParaRPr>
          </a:p>
        </p:txBody>
      </p:sp>
      <p:sp>
        <p:nvSpPr>
          <p:cNvPr id="568" name="Google Shape;568;g2c54f546731_0_1"/>
          <p:cNvSpPr/>
          <p:nvPr/>
        </p:nvSpPr>
        <p:spPr>
          <a:xfrm>
            <a:off x="858750" y="260350"/>
            <a:ext cx="2341800" cy="294900"/>
          </a:xfrm>
          <a:prstGeom prst="roundRect">
            <a:avLst>
              <a:gd fmla="val 11318" name="adj"/>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Fredoka Medium"/>
                <a:ea typeface="Fredoka Medium"/>
                <a:cs typeface="Fredoka Medium"/>
                <a:sym typeface="Fredoka Medium"/>
              </a:rPr>
              <a:t>Business Roadmap</a:t>
            </a:r>
            <a:endParaRPr>
              <a:solidFill>
                <a:schemeClr val="lt1"/>
              </a:solidFill>
              <a:latin typeface="Fredoka Medium"/>
              <a:ea typeface="Fredoka Medium"/>
              <a:cs typeface="Fredoka Medium"/>
              <a:sym typeface="Fredoka Medium"/>
            </a:endParaRPr>
          </a:p>
        </p:txBody>
      </p:sp>
      <p:sp>
        <p:nvSpPr>
          <p:cNvPr id="569" name="Google Shape;569;g2c54f546731_0_1"/>
          <p:cNvSpPr txBox="1"/>
          <p:nvPr/>
        </p:nvSpPr>
        <p:spPr>
          <a:xfrm>
            <a:off x="1642800" y="2432875"/>
            <a:ext cx="2525100" cy="708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700">
                <a:solidFill>
                  <a:schemeClr val="dk2"/>
                </a:solidFill>
                <a:latin typeface="Inter"/>
                <a:ea typeface="Inter"/>
                <a:cs typeface="Inter"/>
                <a:sym typeface="Inter"/>
              </a:rPr>
              <a:t>Business Plan,</a:t>
            </a:r>
            <a:endParaRPr b="1" sz="1700">
              <a:solidFill>
                <a:schemeClr val="dk2"/>
              </a:solidFill>
              <a:latin typeface="Inter"/>
              <a:ea typeface="Inter"/>
              <a:cs typeface="Inter"/>
              <a:sym typeface="Inter"/>
            </a:endParaRPr>
          </a:p>
          <a:p>
            <a:pPr indent="0" lvl="0" marL="0" rtl="0" algn="ctr">
              <a:spcBef>
                <a:spcPts val="0"/>
              </a:spcBef>
              <a:spcAft>
                <a:spcPts val="0"/>
              </a:spcAft>
              <a:buNone/>
            </a:pPr>
            <a:r>
              <a:rPr b="1" lang="en" sz="1700">
                <a:solidFill>
                  <a:schemeClr val="dk2"/>
                </a:solidFill>
                <a:latin typeface="Inter"/>
                <a:ea typeface="Inter"/>
                <a:cs typeface="Inter"/>
                <a:sym typeface="Inter"/>
              </a:rPr>
              <a:t>Financial Forecast</a:t>
            </a:r>
            <a:endParaRPr b="1" sz="1700">
              <a:solidFill>
                <a:schemeClr val="dk2"/>
              </a:solidFill>
              <a:latin typeface="Inter"/>
              <a:ea typeface="Inter"/>
              <a:cs typeface="Inter"/>
              <a:sym typeface="Inter"/>
            </a:endParaRPr>
          </a:p>
        </p:txBody>
      </p:sp>
      <p:cxnSp>
        <p:nvCxnSpPr>
          <p:cNvPr id="570" name="Google Shape;570;g2c54f546731_0_1"/>
          <p:cNvCxnSpPr/>
          <p:nvPr/>
        </p:nvCxnSpPr>
        <p:spPr>
          <a:xfrm rot="10800000">
            <a:off x="643600" y="1884650"/>
            <a:ext cx="7653000" cy="7200"/>
          </a:xfrm>
          <a:prstGeom prst="straightConnector1">
            <a:avLst/>
          </a:prstGeom>
          <a:noFill/>
          <a:ln cap="flat" cmpd="sng" w="28575">
            <a:solidFill>
              <a:srgbClr val="ED1E44"/>
            </a:solidFill>
            <a:prstDash val="dash"/>
            <a:round/>
            <a:headEnd len="med" w="med" type="stealth"/>
            <a:tailEnd len="med" w="med" type="none"/>
          </a:ln>
        </p:spPr>
      </p:cxnSp>
      <p:sp>
        <p:nvSpPr>
          <p:cNvPr id="571" name="Google Shape;571;g2c54f546731_0_1"/>
          <p:cNvSpPr txBox="1"/>
          <p:nvPr/>
        </p:nvSpPr>
        <p:spPr>
          <a:xfrm>
            <a:off x="67700" y="3043400"/>
            <a:ext cx="2525100" cy="969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700">
                <a:solidFill>
                  <a:schemeClr val="dk2"/>
                </a:solidFill>
                <a:latin typeface="Inter"/>
                <a:ea typeface="Inter"/>
                <a:cs typeface="Inter"/>
                <a:sym typeface="Inter"/>
              </a:rPr>
              <a:t>Concept</a:t>
            </a:r>
            <a:endParaRPr b="1" sz="1700">
              <a:solidFill>
                <a:schemeClr val="dk2"/>
              </a:solidFill>
              <a:latin typeface="Inter"/>
              <a:ea typeface="Inter"/>
              <a:cs typeface="Inter"/>
              <a:sym typeface="Inter"/>
            </a:endParaRPr>
          </a:p>
          <a:p>
            <a:pPr indent="0" lvl="0" marL="0" rtl="0" algn="ctr">
              <a:spcBef>
                <a:spcPts val="0"/>
              </a:spcBef>
              <a:spcAft>
                <a:spcPts val="0"/>
              </a:spcAft>
              <a:buNone/>
            </a:pPr>
            <a:r>
              <a:rPr b="1" lang="en" sz="1700">
                <a:solidFill>
                  <a:schemeClr val="dk2"/>
                </a:solidFill>
                <a:latin typeface="Inter"/>
                <a:ea typeface="Inter"/>
                <a:cs typeface="Inter"/>
                <a:sym typeface="Inter"/>
              </a:rPr>
              <a:t>Market Research</a:t>
            </a:r>
            <a:endParaRPr b="1" sz="1700">
              <a:solidFill>
                <a:schemeClr val="dk2"/>
              </a:solidFill>
              <a:latin typeface="Inter"/>
              <a:ea typeface="Inter"/>
              <a:cs typeface="Inter"/>
              <a:sym typeface="Inter"/>
            </a:endParaRPr>
          </a:p>
          <a:p>
            <a:pPr indent="0" lvl="0" marL="0" rtl="0" algn="ctr">
              <a:spcBef>
                <a:spcPts val="0"/>
              </a:spcBef>
              <a:spcAft>
                <a:spcPts val="0"/>
              </a:spcAft>
              <a:buNone/>
            </a:pPr>
            <a:r>
              <a:rPr b="1" lang="en" sz="1700">
                <a:solidFill>
                  <a:schemeClr val="dk2"/>
                </a:solidFill>
                <a:latin typeface="Inter"/>
                <a:ea typeface="Inter"/>
                <a:cs typeface="Inter"/>
                <a:sym typeface="Inter"/>
              </a:rPr>
              <a:t>Team</a:t>
            </a:r>
            <a:endParaRPr b="1" sz="1700">
              <a:solidFill>
                <a:schemeClr val="dk2"/>
              </a:solidFill>
              <a:latin typeface="Inter"/>
              <a:ea typeface="Inter"/>
              <a:cs typeface="Inter"/>
              <a:sym typeface="Inter"/>
            </a:endParaRPr>
          </a:p>
        </p:txBody>
      </p:sp>
      <p:cxnSp>
        <p:nvCxnSpPr>
          <p:cNvPr id="572" name="Google Shape;572;g2c54f546731_0_1"/>
          <p:cNvCxnSpPr>
            <a:endCxn id="571" idx="0"/>
          </p:cNvCxnSpPr>
          <p:nvPr/>
        </p:nvCxnSpPr>
        <p:spPr>
          <a:xfrm>
            <a:off x="1330250" y="1891700"/>
            <a:ext cx="0" cy="1151700"/>
          </a:xfrm>
          <a:prstGeom prst="straightConnector1">
            <a:avLst/>
          </a:prstGeom>
          <a:noFill/>
          <a:ln cap="flat" cmpd="sng" w="28575">
            <a:solidFill>
              <a:srgbClr val="ED1E44"/>
            </a:solidFill>
            <a:prstDash val="dash"/>
            <a:round/>
            <a:headEnd len="med" w="med" type="none"/>
            <a:tailEnd len="med" w="med" type="none"/>
          </a:ln>
        </p:spPr>
      </p:cxnSp>
      <p:cxnSp>
        <p:nvCxnSpPr>
          <p:cNvPr id="573" name="Google Shape;573;g2c54f546731_0_1"/>
          <p:cNvCxnSpPr>
            <a:endCxn id="569" idx="0"/>
          </p:cNvCxnSpPr>
          <p:nvPr/>
        </p:nvCxnSpPr>
        <p:spPr>
          <a:xfrm>
            <a:off x="2905350" y="1884775"/>
            <a:ext cx="0" cy="548100"/>
          </a:xfrm>
          <a:prstGeom prst="straightConnector1">
            <a:avLst/>
          </a:prstGeom>
          <a:noFill/>
          <a:ln cap="flat" cmpd="sng" w="28575">
            <a:solidFill>
              <a:srgbClr val="ED1E44"/>
            </a:solidFill>
            <a:prstDash val="dash"/>
            <a:round/>
            <a:headEnd len="med" w="med" type="none"/>
            <a:tailEnd len="med" w="med" type="none"/>
          </a:ln>
        </p:spPr>
      </p:cxnSp>
      <p:sp>
        <p:nvSpPr>
          <p:cNvPr id="574" name="Google Shape;574;g2c54f546731_0_1"/>
          <p:cNvSpPr txBox="1"/>
          <p:nvPr/>
        </p:nvSpPr>
        <p:spPr>
          <a:xfrm>
            <a:off x="3056450" y="3442525"/>
            <a:ext cx="2525100" cy="1169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3200">
                <a:solidFill>
                  <a:srgbClr val="ED1E44"/>
                </a:solidFill>
                <a:latin typeface="Fredoka"/>
                <a:ea typeface="Fredoka"/>
                <a:cs typeface="Fredoka"/>
                <a:sym typeface="Fredoka"/>
              </a:rPr>
              <a:t>Pre Seed Round</a:t>
            </a:r>
            <a:endParaRPr b="1" sz="300">
              <a:solidFill>
                <a:schemeClr val="dk2"/>
              </a:solidFill>
              <a:latin typeface="Inter"/>
              <a:ea typeface="Inter"/>
              <a:cs typeface="Inter"/>
              <a:sym typeface="Inter"/>
            </a:endParaRPr>
          </a:p>
        </p:txBody>
      </p:sp>
      <p:cxnSp>
        <p:nvCxnSpPr>
          <p:cNvPr id="575" name="Google Shape;575;g2c54f546731_0_1"/>
          <p:cNvCxnSpPr>
            <a:endCxn id="574" idx="0"/>
          </p:cNvCxnSpPr>
          <p:nvPr/>
        </p:nvCxnSpPr>
        <p:spPr>
          <a:xfrm>
            <a:off x="4319000" y="1884625"/>
            <a:ext cx="0" cy="1557900"/>
          </a:xfrm>
          <a:prstGeom prst="straightConnector1">
            <a:avLst/>
          </a:prstGeom>
          <a:noFill/>
          <a:ln cap="flat" cmpd="sng" w="28575">
            <a:solidFill>
              <a:srgbClr val="ED1E44"/>
            </a:solidFill>
            <a:prstDash val="dash"/>
            <a:round/>
            <a:headEnd len="med" w="med" type="none"/>
            <a:tailEnd len="med" w="med" type="none"/>
          </a:ln>
        </p:spPr>
      </p:cxnSp>
      <p:pic>
        <p:nvPicPr>
          <p:cNvPr id="576" name="Google Shape;576;g2c54f546731_0_1"/>
          <p:cNvPicPr preferRelativeResize="0"/>
          <p:nvPr/>
        </p:nvPicPr>
        <p:blipFill>
          <a:blip r:embed="rId4">
            <a:alphaModFix/>
          </a:blip>
          <a:stretch>
            <a:fillRect/>
          </a:stretch>
        </p:blipFill>
        <p:spPr>
          <a:xfrm>
            <a:off x="3122775" y="1081351"/>
            <a:ext cx="825427" cy="825427"/>
          </a:xfrm>
          <a:prstGeom prst="rect">
            <a:avLst/>
          </a:prstGeom>
          <a:noFill/>
          <a:ln>
            <a:noFill/>
          </a:ln>
        </p:spPr>
      </p:pic>
      <p:sp>
        <p:nvSpPr>
          <p:cNvPr id="577" name="Google Shape;577;g2c54f546731_0_1"/>
          <p:cNvSpPr txBox="1"/>
          <p:nvPr/>
        </p:nvSpPr>
        <p:spPr>
          <a:xfrm>
            <a:off x="4319000" y="2432875"/>
            <a:ext cx="1957800" cy="446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700">
                <a:solidFill>
                  <a:schemeClr val="dk2"/>
                </a:solidFill>
                <a:latin typeface="Inter"/>
                <a:ea typeface="Inter"/>
                <a:cs typeface="Inter"/>
                <a:sym typeface="Inter"/>
              </a:rPr>
              <a:t>Product Dev</a:t>
            </a:r>
            <a:endParaRPr b="1" sz="1700">
              <a:solidFill>
                <a:schemeClr val="dk2"/>
              </a:solidFill>
              <a:latin typeface="Inter"/>
              <a:ea typeface="Inter"/>
              <a:cs typeface="Inter"/>
              <a:sym typeface="Inter"/>
            </a:endParaRPr>
          </a:p>
        </p:txBody>
      </p:sp>
      <p:cxnSp>
        <p:nvCxnSpPr>
          <p:cNvPr id="578" name="Google Shape;578;g2c54f546731_0_1"/>
          <p:cNvCxnSpPr>
            <a:endCxn id="577" idx="0"/>
          </p:cNvCxnSpPr>
          <p:nvPr/>
        </p:nvCxnSpPr>
        <p:spPr>
          <a:xfrm flipH="1">
            <a:off x="5297900" y="1891975"/>
            <a:ext cx="3300" cy="540900"/>
          </a:xfrm>
          <a:prstGeom prst="straightConnector1">
            <a:avLst/>
          </a:prstGeom>
          <a:noFill/>
          <a:ln cap="flat" cmpd="sng" w="28575">
            <a:solidFill>
              <a:srgbClr val="ED1E44"/>
            </a:solidFill>
            <a:prstDash val="dash"/>
            <a:round/>
            <a:headEnd len="med" w="med" type="none"/>
            <a:tailEnd len="med" w="med" type="none"/>
          </a:ln>
        </p:spPr>
      </p:cxnSp>
      <p:sp>
        <p:nvSpPr>
          <p:cNvPr id="579" name="Google Shape;579;g2c54f546731_0_1"/>
          <p:cNvSpPr txBox="1"/>
          <p:nvPr/>
        </p:nvSpPr>
        <p:spPr>
          <a:xfrm>
            <a:off x="5373350" y="3140863"/>
            <a:ext cx="1957800" cy="708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700">
                <a:solidFill>
                  <a:schemeClr val="dk2"/>
                </a:solidFill>
                <a:latin typeface="Inter"/>
                <a:ea typeface="Inter"/>
                <a:cs typeface="Inter"/>
                <a:sym typeface="Inter"/>
              </a:rPr>
              <a:t>Launch in Europe</a:t>
            </a:r>
            <a:endParaRPr b="1" sz="1700">
              <a:solidFill>
                <a:schemeClr val="dk2"/>
              </a:solidFill>
              <a:latin typeface="Inter"/>
              <a:ea typeface="Inter"/>
              <a:cs typeface="Inter"/>
              <a:sym typeface="Inter"/>
            </a:endParaRPr>
          </a:p>
        </p:txBody>
      </p:sp>
      <p:cxnSp>
        <p:nvCxnSpPr>
          <p:cNvPr id="580" name="Google Shape;580;g2c54f546731_0_1"/>
          <p:cNvCxnSpPr>
            <a:endCxn id="579" idx="0"/>
          </p:cNvCxnSpPr>
          <p:nvPr/>
        </p:nvCxnSpPr>
        <p:spPr>
          <a:xfrm>
            <a:off x="6345650" y="1901863"/>
            <a:ext cx="6600" cy="1239000"/>
          </a:xfrm>
          <a:prstGeom prst="straightConnector1">
            <a:avLst/>
          </a:prstGeom>
          <a:noFill/>
          <a:ln cap="flat" cmpd="sng" w="28575">
            <a:solidFill>
              <a:srgbClr val="ED1E44"/>
            </a:solidFill>
            <a:prstDash val="dash"/>
            <a:round/>
            <a:headEnd len="med" w="med" type="none"/>
            <a:tailEnd len="med" w="med" type="none"/>
          </a:ln>
        </p:spPr>
      </p:cxnSp>
      <p:cxnSp>
        <p:nvCxnSpPr>
          <p:cNvPr id="581" name="Google Shape;581;g2c54f546731_0_1"/>
          <p:cNvCxnSpPr>
            <a:endCxn id="582" idx="0"/>
          </p:cNvCxnSpPr>
          <p:nvPr/>
        </p:nvCxnSpPr>
        <p:spPr>
          <a:xfrm>
            <a:off x="7528000" y="1897588"/>
            <a:ext cx="300" cy="901800"/>
          </a:xfrm>
          <a:prstGeom prst="straightConnector1">
            <a:avLst/>
          </a:prstGeom>
          <a:noFill/>
          <a:ln cap="flat" cmpd="sng" w="28575">
            <a:solidFill>
              <a:srgbClr val="ED1E44"/>
            </a:solidFill>
            <a:prstDash val="dash"/>
            <a:round/>
            <a:headEnd len="med" w="med" type="none"/>
            <a:tailEnd len="med" w="med" type="none"/>
          </a:ln>
        </p:spPr>
      </p:cxnSp>
      <p:sp>
        <p:nvSpPr>
          <p:cNvPr id="582" name="Google Shape;582;g2c54f546731_0_1"/>
          <p:cNvSpPr txBox="1"/>
          <p:nvPr/>
        </p:nvSpPr>
        <p:spPr>
          <a:xfrm>
            <a:off x="6549400" y="2799388"/>
            <a:ext cx="1957800" cy="446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700">
                <a:solidFill>
                  <a:schemeClr val="dk2"/>
                </a:solidFill>
                <a:latin typeface="Inter"/>
                <a:ea typeface="Inter"/>
                <a:cs typeface="Inter"/>
                <a:sym typeface="Inter"/>
              </a:rPr>
              <a:t>Seed Round</a:t>
            </a:r>
            <a:endParaRPr b="1" sz="1700">
              <a:solidFill>
                <a:schemeClr val="dk2"/>
              </a:solidFill>
              <a:latin typeface="Inter"/>
              <a:ea typeface="Inter"/>
              <a:cs typeface="Inter"/>
              <a:sym typeface="Inte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cxnSp>
        <p:nvCxnSpPr>
          <p:cNvPr id="587" name="Google Shape;587;g2b8030a1825_0_181"/>
          <p:cNvCxnSpPr/>
          <p:nvPr/>
        </p:nvCxnSpPr>
        <p:spPr>
          <a:xfrm rot="10800000">
            <a:off x="968400" y="428775"/>
            <a:ext cx="8175600" cy="4800"/>
          </a:xfrm>
          <a:prstGeom prst="straightConnector1">
            <a:avLst/>
          </a:prstGeom>
          <a:noFill/>
          <a:ln cap="flat" cmpd="sng" w="28575">
            <a:solidFill>
              <a:srgbClr val="ED1E44"/>
            </a:solidFill>
            <a:prstDash val="solid"/>
            <a:round/>
            <a:headEnd len="med" w="med" type="none"/>
            <a:tailEnd len="med" w="med" type="none"/>
          </a:ln>
        </p:spPr>
      </p:cxnSp>
      <p:pic>
        <p:nvPicPr>
          <p:cNvPr id="588" name="Google Shape;588;g2b8030a1825_0_181"/>
          <p:cNvPicPr preferRelativeResize="0"/>
          <p:nvPr/>
        </p:nvPicPr>
        <p:blipFill rotWithShape="1">
          <a:blip r:embed="rId3">
            <a:alphaModFix/>
          </a:blip>
          <a:srcRect b="44952" l="23629" r="28117" t="0"/>
          <a:stretch/>
        </p:blipFill>
        <p:spPr>
          <a:xfrm>
            <a:off x="235225" y="181550"/>
            <a:ext cx="572326" cy="551551"/>
          </a:xfrm>
          <a:prstGeom prst="rect">
            <a:avLst/>
          </a:prstGeom>
          <a:noFill/>
          <a:ln>
            <a:noFill/>
          </a:ln>
        </p:spPr>
      </p:pic>
      <p:sp>
        <p:nvSpPr>
          <p:cNvPr id="589" name="Google Shape;589;g2b8030a1825_0_181"/>
          <p:cNvSpPr/>
          <p:nvPr/>
        </p:nvSpPr>
        <p:spPr>
          <a:xfrm>
            <a:off x="953075" y="419100"/>
            <a:ext cx="24425" cy="19050"/>
          </a:xfrm>
          <a:prstGeom prst="flowChartOnlineStorage">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90" name="Google Shape;590;g2b8030a1825_0_181"/>
          <p:cNvSpPr txBox="1"/>
          <p:nvPr/>
        </p:nvSpPr>
        <p:spPr>
          <a:xfrm>
            <a:off x="0" y="4729225"/>
            <a:ext cx="19170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999999"/>
                </a:solidFill>
                <a:latin typeface="Fredoka"/>
                <a:ea typeface="Fredoka"/>
                <a:cs typeface="Fredoka"/>
                <a:sym typeface="Fredoka"/>
              </a:rPr>
              <a:t>pockettours.com</a:t>
            </a:r>
            <a:endParaRPr sz="1100">
              <a:solidFill>
                <a:srgbClr val="999999"/>
              </a:solidFill>
              <a:latin typeface="Fredoka"/>
              <a:ea typeface="Fredoka"/>
              <a:cs typeface="Fredoka"/>
              <a:sym typeface="Fredoka"/>
            </a:endParaRPr>
          </a:p>
        </p:txBody>
      </p:sp>
      <p:sp>
        <p:nvSpPr>
          <p:cNvPr id="591" name="Google Shape;591;g2b8030a1825_0_181"/>
          <p:cNvSpPr txBox="1"/>
          <p:nvPr/>
        </p:nvSpPr>
        <p:spPr>
          <a:xfrm>
            <a:off x="8186700" y="4729225"/>
            <a:ext cx="957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999999"/>
                </a:solidFill>
                <a:latin typeface="Fredoka"/>
                <a:ea typeface="Fredoka"/>
                <a:cs typeface="Fredoka"/>
                <a:sym typeface="Fredoka"/>
              </a:rPr>
              <a:t>@2024</a:t>
            </a:r>
            <a:endParaRPr sz="1100">
              <a:solidFill>
                <a:srgbClr val="999999"/>
              </a:solidFill>
              <a:latin typeface="Fredoka"/>
              <a:ea typeface="Fredoka"/>
              <a:cs typeface="Fredoka"/>
              <a:sym typeface="Fredoka"/>
            </a:endParaRPr>
          </a:p>
        </p:txBody>
      </p:sp>
      <p:sp>
        <p:nvSpPr>
          <p:cNvPr id="592" name="Google Shape;592;g2b8030a1825_0_181"/>
          <p:cNvSpPr txBox="1"/>
          <p:nvPr/>
        </p:nvSpPr>
        <p:spPr>
          <a:xfrm>
            <a:off x="3613500" y="4729225"/>
            <a:ext cx="19170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999999"/>
                </a:solidFill>
                <a:latin typeface="Fredoka"/>
                <a:ea typeface="Fredoka"/>
                <a:cs typeface="Fredoka"/>
                <a:sym typeface="Fredoka"/>
              </a:rPr>
              <a:t>city</a:t>
            </a:r>
            <a:r>
              <a:rPr lang="en" sz="1100">
                <a:solidFill>
                  <a:srgbClr val="999999"/>
                </a:solidFill>
                <a:latin typeface="Fredoka"/>
                <a:ea typeface="Fredoka"/>
                <a:cs typeface="Fredoka"/>
                <a:sym typeface="Fredoka"/>
              </a:rPr>
              <a:t> tours in your pocket</a:t>
            </a:r>
            <a:endParaRPr sz="1100">
              <a:solidFill>
                <a:srgbClr val="999999"/>
              </a:solidFill>
              <a:latin typeface="Fredoka"/>
              <a:ea typeface="Fredoka"/>
              <a:cs typeface="Fredoka"/>
              <a:sym typeface="Fredoka"/>
            </a:endParaRPr>
          </a:p>
        </p:txBody>
      </p:sp>
      <p:sp>
        <p:nvSpPr>
          <p:cNvPr id="593" name="Google Shape;593;g2b8030a1825_0_181"/>
          <p:cNvSpPr txBox="1"/>
          <p:nvPr/>
        </p:nvSpPr>
        <p:spPr>
          <a:xfrm>
            <a:off x="3816150" y="2350550"/>
            <a:ext cx="15117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dk2"/>
                </a:solidFill>
                <a:latin typeface="Fredoka"/>
                <a:ea typeface="Fredoka"/>
                <a:cs typeface="Fredoka"/>
                <a:sym typeface="Fredoka"/>
              </a:rPr>
              <a:t>Thank you</a:t>
            </a:r>
            <a:endParaRPr sz="1800">
              <a:solidFill>
                <a:schemeClr val="dk2"/>
              </a:solidFill>
              <a:latin typeface="Fredoka"/>
              <a:ea typeface="Fredoka"/>
              <a:cs typeface="Fredoka"/>
              <a:sym typeface="Fredoka"/>
            </a:endParaRPr>
          </a:p>
        </p:txBody>
      </p:sp>
      <p:pic>
        <p:nvPicPr>
          <p:cNvPr id="594" name="Google Shape;594;g2b8030a1825_0_181"/>
          <p:cNvPicPr preferRelativeResize="0"/>
          <p:nvPr/>
        </p:nvPicPr>
        <p:blipFill rotWithShape="1">
          <a:blip r:embed="rId4">
            <a:alphaModFix/>
          </a:blip>
          <a:srcRect b="1095" l="0" r="0" t="5262"/>
          <a:stretch/>
        </p:blipFill>
        <p:spPr>
          <a:xfrm>
            <a:off x="3311250" y="948974"/>
            <a:ext cx="3489900" cy="3396600"/>
          </a:xfrm>
          <a:prstGeom prst="ellipse">
            <a:avLst/>
          </a:prstGeom>
          <a:noFill/>
          <a:ln cap="flat" cmpd="sng" w="19050">
            <a:solidFill>
              <a:srgbClr val="ED1E44"/>
            </a:solidFill>
            <a:prstDash val="solid"/>
            <a:round/>
            <a:headEnd len="sm" w="sm" type="none"/>
            <a:tailEnd len="sm" w="sm" type="none"/>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pic>
        <p:nvPicPr>
          <p:cNvPr id="599" name="Google Shape;599;g2b8030a1825_0_202"/>
          <p:cNvPicPr preferRelativeResize="0"/>
          <p:nvPr/>
        </p:nvPicPr>
        <p:blipFill rotWithShape="1">
          <a:blip r:embed="rId3">
            <a:alphaModFix/>
          </a:blip>
          <a:srcRect b="44952" l="23629" r="28117" t="0"/>
          <a:stretch/>
        </p:blipFill>
        <p:spPr>
          <a:xfrm>
            <a:off x="4285838" y="2295975"/>
            <a:ext cx="572326" cy="551551"/>
          </a:xfrm>
          <a:prstGeom prst="rect">
            <a:avLst/>
          </a:prstGeom>
          <a:noFill/>
          <a:ln>
            <a:noFill/>
          </a:ln>
        </p:spPr>
      </p:pic>
      <p:sp>
        <p:nvSpPr>
          <p:cNvPr id="600" name="Google Shape;600;g2b8030a1825_0_202"/>
          <p:cNvSpPr txBox="1"/>
          <p:nvPr/>
        </p:nvSpPr>
        <p:spPr>
          <a:xfrm>
            <a:off x="0" y="4729225"/>
            <a:ext cx="19170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999999"/>
                </a:solidFill>
                <a:latin typeface="Fredoka"/>
                <a:ea typeface="Fredoka"/>
                <a:cs typeface="Fredoka"/>
                <a:sym typeface="Fredoka"/>
              </a:rPr>
              <a:t>pockettours.com</a:t>
            </a:r>
            <a:endParaRPr sz="1100">
              <a:solidFill>
                <a:srgbClr val="999999"/>
              </a:solidFill>
              <a:latin typeface="Fredoka"/>
              <a:ea typeface="Fredoka"/>
              <a:cs typeface="Fredoka"/>
              <a:sym typeface="Fredoka"/>
            </a:endParaRPr>
          </a:p>
        </p:txBody>
      </p:sp>
      <p:sp>
        <p:nvSpPr>
          <p:cNvPr id="601" name="Google Shape;601;g2b8030a1825_0_202"/>
          <p:cNvSpPr txBox="1"/>
          <p:nvPr/>
        </p:nvSpPr>
        <p:spPr>
          <a:xfrm>
            <a:off x="8186700" y="4729225"/>
            <a:ext cx="957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999999"/>
                </a:solidFill>
                <a:latin typeface="Fredoka"/>
                <a:ea typeface="Fredoka"/>
                <a:cs typeface="Fredoka"/>
                <a:sym typeface="Fredoka"/>
              </a:rPr>
              <a:t>@2024</a:t>
            </a:r>
            <a:endParaRPr sz="1100">
              <a:solidFill>
                <a:srgbClr val="999999"/>
              </a:solidFill>
              <a:latin typeface="Fredoka"/>
              <a:ea typeface="Fredoka"/>
              <a:cs typeface="Fredoka"/>
              <a:sym typeface="Fredoka"/>
            </a:endParaRPr>
          </a:p>
        </p:txBody>
      </p:sp>
      <p:sp>
        <p:nvSpPr>
          <p:cNvPr id="602" name="Google Shape;602;g2b8030a1825_0_202"/>
          <p:cNvSpPr txBox="1"/>
          <p:nvPr/>
        </p:nvSpPr>
        <p:spPr>
          <a:xfrm>
            <a:off x="3613500" y="4729225"/>
            <a:ext cx="19170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999999"/>
                </a:solidFill>
                <a:latin typeface="Fredoka"/>
                <a:ea typeface="Fredoka"/>
                <a:cs typeface="Fredoka"/>
                <a:sym typeface="Fredoka"/>
              </a:rPr>
              <a:t>city</a:t>
            </a:r>
            <a:r>
              <a:rPr lang="en" sz="1100">
                <a:solidFill>
                  <a:srgbClr val="999999"/>
                </a:solidFill>
                <a:latin typeface="Fredoka"/>
                <a:ea typeface="Fredoka"/>
                <a:cs typeface="Fredoka"/>
                <a:sym typeface="Fredoka"/>
              </a:rPr>
              <a:t> tours in your pocket</a:t>
            </a:r>
            <a:endParaRPr sz="1100">
              <a:solidFill>
                <a:srgbClr val="999999"/>
              </a:solidFill>
              <a:latin typeface="Fredoka"/>
              <a:ea typeface="Fredoka"/>
              <a:cs typeface="Fredoka"/>
              <a:sym typeface="Fredoka"/>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122529"/>
      </a:dk1>
      <a:lt1>
        <a:srgbClr val="FFFFFF"/>
      </a:lt1>
      <a:dk2>
        <a:srgbClr val="BFC0B6"/>
      </a:dk2>
      <a:lt2>
        <a:srgbClr val="D6E0E1"/>
      </a:lt2>
      <a:accent1>
        <a:srgbClr val="FC532E"/>
      </a:accent1>
      <a:accent2>
        <a:srgbClr val="BFC0B6"/>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