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Fredoka"/>
      <p:regular r:id="rId22"/>
      <p:bold r:id="rId23"/>
    </p:embeddedFont>
    <p:embeddedFont>
      <p:font typeface="Fredoka Medium"/>
      <p:regular r:id="rId24"/>
      <p:bold r:id="rId25"/>
    </p:embeddedFont>
    <p:embeddedFont>
      <p:font typeface="Inter"/>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8" roundtripDataSignature="AMtx7mjn9vINKQftHRv/tBQN4pBjBn3U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4ED5A60-D8BC-40ED-8256-8D175FFB6D86}">
  <a:tblStyle styleId="{54ED5A60-D8BC-40ED-8256-8D175FFB6D8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CC7879E-39C6-4E1D-82A2-978B82D1C955}"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Fredoka-regular.fntdata"/><Relationship Id="rId21" Type="http://schemas.openxmlformats.org/officeDocument/2006/relationships/slide" Target="slides/slide15.xml"/><Relationship Id="rId24" Type="http://schemas.openxmlformats.org/officeDocument/2006/relationships/font" Target="fonts/FredokaMedium-regular.fntdata"/><Relationship Id="rId23" Type="http://schemas.openxmlformats.org/officeDocument/2006/relationships/font" Target="fonts/Fredoka-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regular.fntdata"/><Relationship Id="rId25" Type="http://schemas.openxmlformats.org/officeDocument/2006/relationships/font" Target="fonts/FredokaMedium-bold.fntdata"/><Relationship Id="rId28" Type="http://customschemas.google.com/relationships/presentationmetadata" Target="metadata"/><Relationship Id="rId27" Type="http://schemas.openxmlformats.org/officeDocument/2006/relationships/font" Target="fonts/Inter-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b8030a182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g2b8030a1825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c713b5e9ed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g2c713b5e9ed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b8030a182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g2b8030a1825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c713b5e9e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g2c713b5e9ed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b8030a1825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2b8030a1825_0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c713b5e9ed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2c713b5e9ed_0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b917c9f072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g2b917c9f072_0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c713b5e9ed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g2c713b5e9ed_0_1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b8030a1825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2b8030a1825_0_4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c713b5e9ed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g2c713b5e9ed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c54f54673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2c54f546731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bf215b6af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g2bf215b6af8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c713b5e9ed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g2c713b5e9ed_0_2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b8030a1825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g2b8030a1825_0_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b8030a1825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g2b8030a1825_0_2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5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5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 name="Shape 13"/>
        <p:cNvGrpSpPr/>
        <p:nvPr/>
      </p:nvGrpSpPr>
      <p:grpSpPr>
        <a:xfrm>
          <a:off x="0" y="0"/>
          <a:ext cx="0" cy="0"/>
          <a:chOff x="0" y="0"/>
          <a:chExt cx="0" cy="0"/>
        </a:xfrm>
      </p:grpSpPr>
      <p:sp>
        <p:nvSpPr>
          <p:cNvPr id="14" name="Google Shape;14;p6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5" name="Google Shape;15;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6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6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2" name="Google Shape;22;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6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6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6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6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6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7" name="Google Shape;37;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6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67"/>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1" name="Google Shape;41;p67"/>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6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3" name="Google Shape;43;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6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6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6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5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Inter"/>
              <a:buNone/>
              <a:defRPr b="0" i="0" sz="2800" u="none" cap="none" strike="noStrike">
                <a:solidFill>
                  <a:schemeClr val="dk1"/>
                </a:solidFill>
                <a:latin typeface="Inter"/>
                <a:ea typeface="Inter"/>
                <a:cs typeface="Inter"/>
                <a:sym typeface="Inter"/>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5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Inter"/>
              <a:buChar char="●"/>
              <a:defRPr b="0" i="0" sz="1800" u="none" cap="none" strike="noStrike">
                <a:solidFill>
                  <a:schemeClr val="dk2"/>
                </a:solidFill>
                <a:latin typeface="Inter"/>
                <a:ea typeface="Inter"/>
                <a:cs typeface="Inter"/>
                <a:sym typeface="Inter"/>
              </a:defRPr>
            </a:lvl1pPr>
            <a:lvl2pPr indent="-317500" lvl="1" marL="914400" marR="0" rtl="0" algn="l">
              <a:lnSpc>
                <a:spcPct val="115000"/>
              </a:lnSpc>
              <a:spcBef>
                <a:spcPts val="0"/>
              </a:spcBef>
              <a:spcAft>
                <a:spcPts val="0"/>
              </a:spcAft>
              <a:buClr>
                <a:schemeClr val="dk2"/>
              </a:buClr>
              <a:buSzPts val="1400"/>
              <a:buFont typeface="Inter"/>
              <a:buChar char="○"/>
              <a:defRPr b="0" i="0" sz="1400" u="none" cap="none" strike="noStrike">
                <a:solidFill>
                  <a:schemeClr val="dk2"/>
                </a:solidFill>
                <a:latin typeface="Inter"/>
                <a:ea typeface="Inter"/>
                <a:cs typeface="Inter"/>
                <a:sym typeface="Inter"/>
              </a:defRPr>
            </a:lvl2pPr>
            <a:lvl3pPr indent="-317500" lvl="2" marL="1371600" marR="0" rtl="0" algn="l">
              <a:lnSpc>
                <a:spcPct val="115000"/>
              </a:lnSpc>
              <a:spcBef>
                <a:spcPts val="0"/>
              </a:spcBef>
              <a:spcAft>
                <a:spcPts val="0"/>
              </a:spcAft>
              <a:buClr>
                <a:schemeClr val="dk2"/>
              </a:buClr>
              <a:buSzPts val="1400"/>
              <a:buFont typeface="Inter"/>
              <a:buChar char="■"/>
              <a:defRPr b="0" i="0" sz="1400" u="none" cap="none" strike="noStrike">
                <a:solidFill>
                  <a:schemeClr val="dk2"/>
                </a:solidFill>
                <a:latin typeface="Inter"/>
                <a:ea typeface="Inter"/>
                <a:cs typeface="Inter"/>
                <a:sym typeface="Inter"/>
              </a:defRPr>
            </a:lvl3pPr>
            <a:lvl4pPr indent="-317500" lvl="3" marL="1828800" marR="0" rtl="0" algn="l">
              <a:lnSpc>
                <a:spcPct val="115000"/>
              </a:lnSpc>
              <a:spcBef>
                <a:spcPts val="0"/>
              </a:spcBef>
              <a:spcAft>
                <a:spcPts val="0"/>
              </a:spcAft>
              <a:buClr>
                <a:schemeClr val="dk2"/>
              </a:buClr>
              <a:buSzPts val="1400"/>
              <a:buFont typeface="Inter"/>
              <a:buChar char="●"/>
              <a:defRPr b="0" i="0" sz="1400" u="none" cap="none" strike="noStrike">
                <a:solidFill>
                  <a:schemeClr val="dk2"/>
                </a:solidFill>
                <a:latin typeface="Inter"/>
                <a:ea typeface="Inter"/>
                <a:cs typeface="Inter"/>
                <a:sym typeface="Inter"/>
              </a:defRPr>
            </a:lvl4pPr>
            <a:lvl5pPr indent="-317500" lvl="4" marL="2286000" marR="0" rtl="0" algn="l">
              <a:lnSpc>
                <a:spcPct val="115000"/>
              </a:lnSpc>
              <a:spcBef>
                <a:spcPts val="0"/>
              </a:spcBef>
              <a:spcAft>
                <a:spcPts val="0"/>
              </a:spcAft>
              <a:buClr>
                <a:schemeClr val="dk2"/>
              </a:buClr>
              <a:buSzPts val="1400"/>
              <a:buFont typeface="Inter"/>
              <a:buChar char="○"/>
              <a:defRPr b="0" i="0" sz="1400" u="none" cap="none" strike="noStrike">
                <a:solidFill>
                  <a:schemeClr val="dk2"/>
                </a:solidFill>
                <a:latin typeface="Inter"/>
                <a:ea typeface="Inter"/>
                <a:cs typeface="Inter"/>
                <a:sym typeface="Inter"/>
              </a:defRPr>
            </a:lvl5pPr>
            <a:lvl6pPr indent="-317500" lvl="5" marL="2743200" marR="0" rtl="0" algn="l">
              <a:lnSpc>
                <a:spcPct val="115000"/>
              </a:lnSpc>
              <a:spcBef>
                <a:spcPts val="0"/>
              </a:spcBef>
              <a:spcAft>
                <a:spcPts val="0"/>
              </a:spcAft>
              <a:buClr>
                <a:schemeClr val="dk2"/>
              </a:buClr>
              <a:buSzPts val="1400"/>
              <a:buFont typeface="Inter"/>
              <a:buChar char="■"/>
              <a:defRPr b="0" i="0" sz="1400" u="none" cap="none" strike="noStrike">
                <a:solidFill>
                  <a:schemeClr val="dk2"/>
                </a:solidFill>
                <a:latin typeface="Inter"/>
                <a:ea typeface="Inter"/>
                <a:cs typeface="Inter"/>
                <a:sym typeface="Inter"/>
              </a:defRPr>
            </a:lvl6pPr>
            <a:lvl7pPr indent="-317500" lvl="6" marL="3200400" marR="0" rtl="0" algn="l">
              <a:lnSpc>
                <a:spcPct val="115000"/>
              </a:lnSpc>
              <a:spcBef>
                <a:spcPts val="0"/>
              </a:spcBef>
              <a:spcAft>
                <a:spcPts val="0"/>
              </a:spcAft>
              <a:buClr>
                <a:schemeClr val="dk2"/>
              </a:buClr>
              <a:buSzPts val="1400"/>
              <a:buFont typeface="Inter"/>
              <a:buChar char="●"/>
              <a:defRPr b="0" i="0" sz="1400" u="none" cap="none" strike="noStrike">
                <a:solidFill>
                  <a:schemeClr val="dk2"/>
                </a:solidFill>
                <a:latin typeface="Inter"/>
                <a:ea typeface="Inter"/>
                <a:cs typeface="Inter"/>
                <a:sym typeface="Inter"/>
              </a:defRPr>
            </a:lvl7pPr>
            <a:lvl8pPr indent="-317500" lvl="7" marL="3657600" marR="0" rtl="0" algn="l">
              <a:lnSpc>
                <a:spcPct val="115000"/>
              </a:lnSpc>
              <a:spcBef>
                <a:spcPts val="0"/>
              </a:spcBef>
              <a:spcAft>
                <a:spcPts val="0"/>
              </a:spcAft>
              <a:buClr>
                <a:schemeClr val="dk2"/>
              </a:buClr>
              <a:buSzPts val="1400"/>
              <a:buFont typeface="Inter"/>
              <a:buChar char="○"/>
              <a:defRPr b="0" i="0" sz="1400" u="none" cap="none" strike="noStrike">
                <a:solidFill>
                  <a:schemeClr val="dk2"/>
                </a:solidFill>
                <a:latin typeface="Inter"/>
                <a:ea typeface="Inter"/>
                <a:cs typeface="Inter"/>
                <a:sym typeface="Inter"/>
              </a:defRPr>
            </a:lvl8pPr>
            <a:lvl9pPr indent="-317500" lvl="8" marL="4114800" marR="0" rtl="0" algn="l">
              <a:lnSpc>
                <a:spcPct val="115000"/>
              </a:lnSpc>
              <a:spcBef>
                <a:spcPts val="0"/>
              </a:spcBef>
              <a:spcAft>
                <a:spcPts val="0"/>
              </a:spcAft>
              <a:buClr>
                <a:schemeClr val="dk2"/>
              </a:buClr>
              <a:buSzPts val="1400"/>
              <a:buFont typeface="Inter"/>
              <a:buChar char="■"/>
              <a:defRPr b="0" i="0" sz="1400" u="none" cap="none" strike="noStrike">
                <a:solidFill>
                  <a:schemeClr val="dk2"/>
                </a:solidFill>
                <a:latin typeface="Inter"/>
                <a:ea typeface="Inter"/>
                <a:cs typeface="Inter"/>
                <a:sym typeface="Inter"/>
              </a:defRPr>
            </a:lvl9pPr>
          </a:lstStyle>
          <a:p/>
        </p:txBody>
      </p:sp>
      <p:sp>
        <p:nvSpPr>
          <p:cNvPr id="8" name="Google Shape;8;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5.jpg"/><Relationship Id="rId5" Type="http://schemas.openxmlformats.org/officeDocument/2006/relationships/image" Target="../media/image6.png"/><Relationship Id="rId6" Type="http://schemas.openxmlformats.org/officeDocument/2006/relationships/hyperlink" Target="https://www.linkedin.com/in/guilherme-fernandes-9aa090179/" TargetMode="External"/><Relationship Id="rId7" Type="http://schemas.openxmlformats.org/officeDocument/2006/relationships/image" Target="../media/image4.png"/><Relationship Id="rId8" Type="http://schemas.openxmlformats.org/officeDocument/2006/relationships/hyperlink" Target="https://www.linkedin.com/in/francisco-quinteiro-324404168/"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g2b8030a1825_0_1"/>
          <p:cNvPicPr preferRelativeResize="0"/>
          <p:nvPr/>
        </p:nvPicPr>
        <p:blipFill rotWithShape="1">
          <a:blip r:embed="rId3">
            <a:alphaModFix/>
          </a:blip>
          <a:srcRect b="0" l="5422" r="7545" t="0"/>
          <a:stretch/>
        </p:blipFill>
        <p:spPr>
          <a:xfrm>
            <a:off x="3011850" y="1057575"/>
            <a:ext cx="3120300" cy="3028349"/>
          </a:xfrm>
          <a:prstGeom prst="rect">
            <a:avLst/>
          </a:prstGeom>
          <a:noFill/>
          <a:ln>
            <a:noFill/>
          </a:ln>
        </p:spPr>
      </p:pic>
      <p:sp>
        <p:nvSpPr>
          <p:cNvPr id="55" name="Google Shape;55;g2b8030a1825_0_1"/>
          <p:cNvSpPr txBox="1"/>
          <p:nvPr/>
        </p:nvSpPr>
        <p:spPr>
          <a:xfrm>
            <a:off x="3222600" y="4267550"/>
            <a:ext cx="26988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Fredoka"/>
                <a:ea typeface="Fredoka"/>
                <a:cs typeface="Fredoka"/>
                <a:sym typeface="Fredoka"/>
              </a:rPr>
              <a:t>City tours in your pocket</a:t>
            </a:r>
            <a:endParaRPr b="0" i="0" sz="1800" u="none" cap="none" strike="noStrike">
              <a:solidFill>
                <a:schemeClr val="dk2"/>
              </a:solidFill>
              <a:latin typeface="Fredoka"/>
              <a:ea typeface="Fredoka"/>
              <a:cs typeface="Fredoka"/>
              <a:sym typeface="Fredok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g2c713b5e9ed_0_98"/>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pockettours.com</a:t>
            </a:r>
            <a:endParaRPr b="0" i="0" sz="1100" u="none" cap="none" strike="noStrike">
              <a:solidFill>
                <a:srgbClr val="999999"/>
              </a:solidFill>
              <a:latin typeface="Fredoka"/>
              <a:ea typeface="Fredoka"/>
              <a:cs typeface="Fredoka"/>
              <a:sym typeface="Fredoka"/>
            </a:endParaRPr>
          </a:p>
        </p:txBody>
      </p:sp>
      <p:sp>
        <p:nvSpPr>
          <p:cNvPr id="61" name="Google Shape;61;g2c713b5e9ed_0_98"/>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@2024</a:t>
            </a:r>
            <a:endParaRPr b="0" i="0" sz="1100" u="none" cap="none" strike="noStrike">
              <a:solidFill>
                <a:srgbClr val="999999"/>
              </a:solidFill>
              <a:latin typeface="Fredoka"/>
              <a:ea typeface="Fredoka"/>
              <a:cs typeface="Fredoka"/>
              <a:sym typeface="Fredoka"/>
            </a:endParaRPr>
          </a:p>
        </p:txBody>
      </p:sp>
      <p:sp>
        <p:nvSpPr>
          <p:cNvPr id="62" name="Google Shape;62;g2c713b5e9ed_0_98"/>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city tours in your pocket</a:t>
            </a:r>
            <a:endParaRPr b="0" i="0" sz="1100" u="none" cap="none" strike="noStrike">
              <a:solidFill>
                <a:srgbClr val="999999"/>
              </a:solidFill>
              <a:latin typeface="Fredoka"/>
              <a:ea typeface="Fredoka"/>
              <a:cs typeface="Fredoka"/>
              <a:sym typeface="Fredoka"/>
            </a:endParaRPr>
          </a:p>
        </p:txBody>
      </p:sp>
      <p:cxnSp>
        <p:nvCxnSpPr>
          <p:cNvPr id="63" name="Google Shape;63;g2c713b5e9ed_0_98"/>
          <p:cNvCxnSpPr/>
          <p:nvPr/>
        </p:nvCxnSpPr>
        <p:spPr>
          <a:xfrm rot="10800000">
            <a:off x="968400" y="270025"/>
            <a:ext cx="8175600" cy="4800"/>
          </a:xfrm>
          <a:prstGeom prst="straightConnector1">
            <a:avLst/>
          </a:prstGeom>
          <a:noFill/>
          <a:ln cap="flat" cmpd="sng" w="28575">
            <a:solidFill>
              <a:srgbClr val="ED1E44"/>
            </a:solidFill>
            <a:prstDash val="solid"/>
            <a:round/>
            <a:headEnd len="sm" w="sm" type="none"/>
            <a:tailEnd len="sm" w="sm" type="none"/>
          </a:ln>
        </p:spPr>
      </p:cxnSp>
      <p:pic>
        <p:nvPicPr>
          <p:cNvPr id="64" name="Google Shape;64;g2c713b5e9ed_0_98"/>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65" name="Google Shape;65;g2c713b5e9ed_0_98"/>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66" name="Google Shape;66;g2c713b5e9ed_0_98"/>
          <p:cNvSpPr/>
          <p:nvPr/>
        </p:nvSpPr>
        <p:spPr>
          <a:xfrm>
            <a:off x="858750" y="260350"/>
            <a:ext cx="25899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lt1"/>
                </a:solidFill>
                <a:latin typeface="Fredoka Medium"/>
                <a:ea typeface="Fredoka Medium"/>
                <a:cs typeface="Fredoka Medium"/>
                <a:sym typeface="Fredoka Medium"/>
              </a:rPr>
              <a:t>Problems</a:t>
            </a:r>
            <a:endParaRPr b="0" i="0" sz="1400" u="none" cap="none" strike="noStrike">
              <a:solidFill>
                <a:schemeClr val="lt1"/>
              </a:solidFill>
              <a:latin typeface="Fredoka Medium"/>
              <a:ea typeface="Fredoka Medium"/>
              <a:cs typeface="Fredoka Medium"/>
              <a:sym typeface="Fredoka Medium"/>
            </a:endParaRPr>
          </a:p>
        </p:txBody>
      </p:sp>
      <p:sp>
        <p:nvSpPr>
          <p:cNvPr id="67" name="Google Shape;67;g2c713b5e9ed_0_98"/>
          <p:cNvSpPr txBox="1"/>
          <p:nvPr/>
        </p:nvSpPr>
        <p:spPr>
          <a:xfrm>
            <a:off x="0" y="910100"/>
            <a:ext cx="4650900" cy="1431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lang="en" sz="2500">
                <a:solidFill>
                  <a:schemeClr val="dk2"/>
                </a:solidFill>
                <a:latin typeface="Inter"/>
                <a:ea typeface="Inter"/>
                <a:cs typeface="Inter"/>
                <a:sym typeface="Inter"/>
              </a:rPr>
              <a:t>Something needs to be</a:t>
            </a:r>
            <a:endParaRPr b="0" i="0" sz="2500" u="none" cap="none" strike="noStrike">
              <a:solidFill>
                <a:schemeClr val="dk2"/>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7500"/>
              <a:buFont typeface="Arial"/>
              <a:buNone/>
            </a:pPr>
            <a:r>
              <a:rPr b="1" lang="en" sz="5600">
                <a:solidFill>
                  <a:srgbClr val="ED1E44"/>
                </a:solidFill>
                <a:latin typeface="Inter"/>
                <a:ea typeface="Inter"/>
                <a:cs typeface="Inter"/>
                <a:sym typeface="Inter"/>
              </a:rPr>
              <a:t>DONE.</a:t>
            </a:r>
            <a:endParaRPr b="1" i="0" sz="5600" u="none" cap="none" strike="noStrike">
              <a:solidFill>
                <a:srgbClr val="ED1E44"/>
              </a:solidFill>
              <a:latin typeface="Inter"/>
              <a:ea typeface="Inter"/>
              <a:cs typeface="Inter"/>
              <a:sym typeface="Inter"/>
            </a:endParaRPr>
          </a:p>
        </p:txBody>
      </p:sp>
      <p:sp>
        <p:nvSpPr>
          <p:cNvPr id="68" name="Google Shape;68;g2c713b5e9ed_0_98"/>
          <p:cNvSpPr txBox="1"/>
          <p:nvPr/>
        </p:nvSpPr>
        <p:spPr>
          <a:xfrm>
            <a:off x="4502400" y="779300"/>
            <a:ext cx="44250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9E9E9E"/>
                </a:solidFill>
                <a:latin typeface="Inter"/>
                <a:ea typeface="Inter"/>
                <a:cs typeface="Inter"/>
                <a:sym typeface="Inter"/>
              </a:rPr>
              <a:t>Tour Guides</a:t>
            </a:r>
            <a:endParaRPr b="1" sz="1700">
              <a:solidFill>
                <a:srgbClr val="9E9E9E"/>
              </a:solidFill>
              <a:latin typeface="Inter"/>
              <a:ea typeface="Inter"/>
              <a:cs typeface="Inter"/>
              <a:sym typeface="Inter"/>
            </a:endParaRPr>
          </a:p>
          <a:p>
            <a:pPr indent="0" lvl="0" marL="0" rtl="0" algn="l">
              <a:spcBef>
                <a:spcPts val="0"/>
              </a:spcBef>
              <a:spcAft>
                <a:spcPts val="0"/>
              </a:spcAft>
              <a:buNone/>
            </a:pPr>
            <a:r>
              <a:rPr lang="en" sz="1700">
                <a:solidFill>
                  <a:schemeClr val="dk2"/>
                </a:solidFill>
                <a:latin typeface="Inter"/>
                <a:ea typeface="Inter"/>
                <a:cs typeface="Inter"/>
                <a:sym typeface="Inter"/>
              </a:rPr>
              <a:t>… often find themselves underappreciated and underpaid; </a:t>
            </a:r>
            <a:endParaRPr sz="1700">
              <a:solidFill>
                <a:schemeClr val="dk2"/>
              </a:solidFill>
              <a:latin typeface="Inter"/>
              <a:ea typeface="Inter"/>
              <a:cs typeface="Inter"/>
              <a:sym typeface="Inter"/>
            </a:endParaRPr>
          </a:p>
          <a:p>
            <a:pPr indent="0" lvl="0" marL="0" rtl="0" algn="l">
              <a:spcBef>
                <a:spcPts val="0"/>
              </a:spcBef>
              <a:spcAft>
                <a:spcPts val="0"/>
              </a:spcAft>
              <a:buNone/>
            </a:pPr>
            <a:r>
              <a:rPr lang="en" sz="1700">
                <a:solidFill>
                  <a:schemeClr val="dk2"/>
                </a:solidFill>
                <a:latin typeface="Inter"/>
                <a:ea typeface="Inter"/>
                <a:cs typeface="Inter"/>
                <a:sym typeface="Inter"/>
              </a:rPr>
              <a:t>… lack control over their working hours and are overly reliant on companies for creative direction.</a:t>
            </a:r>
            <a:endParaRPr sz="1700">
              <a:solidFill>
                <a:schemeClr val="dk2"/>
              </a:solidFill>
              <a:latin typeface="Inter"/>
              <a:ea typeface="Inter"/>
              <a:cs typeface="Inter"/>
              <a:sym typeface="Inter"/>
            </a:endParaRPr>
          </a:p>
        </p:txBody>
      </p:sp>
      <p:sp>
        <p:nvSpPr>
          <p:cNvPr id="69" name="Google Shape;69;g2c713b5e9ed_0_98"/>
          <p:cNvSpPr txBox="1"/>
          <p:nvPr/>
        </p:nvSpPr>
        <p:spPr>
          <a:xfrm>
            <a:off x="235225" y="2475150"/>
            <a:ext cx="4276500" cy="201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9E9E9E"/>
                </a:solidFill>
                <a:latin typeface="Inter"/>
                <a:ea typeface="Inter"/>
                <a:cs typeface="Inter"/>
                <a:sym typeface="Inter"/>
              </a:rPr>
              <a:t>Tourists</a:t>
            </a:r>
            <a:endParaRPr sz="1700">
              <a:solidFill>
                <a:schemeClr val="dk2"/>
              </a:solidFill>
              <a:latin typeface="Inter"/>
              <a:ea typeface="Inter"/>
              <a:cs typeface="Inter"/>
              <a:sym typeface="Inter"/>
            </a:endParaRPr>
          </a:p>
          <a:p>
            <a:pPr indent="0" lvl="0" marL="0" rtl="0" algn="l">
              <a:spcBef>
                <a:spcPts val="0"/>
              </a:spcBef>
              <a:spcAft>
                <a:spcPts val="0"/>
              </a:spcAft>
              <a:buNone/>
            </a:pPr>
            <a:r>
              <a:rPr lang="en" sz="1700">
                <a:solidFill>
                  <a:schemeClr val="dk2"/>
                </a:solidFill>
                <a:latin typeface="Inter"/>
                <a:ea typeface="Inter"/>
                <a:cs typeface="Inter"/>
                <a:sym typeface="Inter"/>
              </a:rPr>
              <a:t>… </a:t>
            </a:r>
            <a:r>
              <a:rPr lang="en" sz="1700">
                <a:solidFill>
                  <a:schemeClr val="dk2"/>
                </a:solidFill>
                <a:latin typeface="Inter"/>
                <a:ea typeface="Inter"/>
                <a:cs typeface="Inter"/>
                <a:sym typeface="Inter"/>
              </a:rPr>
              <a:t>often face limitations in their tour experiences;</a:t>
            </a:r>
            <a:endParaRPr sz="1700">
              <a:solidFill>
                <a:schemeClr val="dk2"/>
              </a:solidFill>
              <a:latin typeface="Inter"/>
              <a:ea typeface="Inter"/>
              <a:cs typeface="Inter"/>
              <a:sym typeface="Inter"/>
            </a:endParaRPr>
          </a:p>
          <a:p>
            <a:pPr indent="0" lvl="0" marL="0" rtl="0" algn="l">
              <a:spcBef>
                <a:spcPts val="0"/>
              </a:spcBef>
              <a:spcAft>
                <a:spcPts val="0"/>
              </a:spcAft>
              <a:buNone/>
            </a:pPr>
            <a:r>
              <a:rPr lang="en" sz="1700">
                <a:solidFill>
                  <a:schemeClr val="dk2"/>
                </a:solidFill>
                <a:latin typeface="Inter"/>
                <a:ea typeface="Inter"/>
                <a:cs typeface="Inter"/>
                <a:sym typeface="Inter"/>
              </a:rPr>
              <a:t>… lack flexibility in tour scheduling, desire more diverse tour categories/destinations and sometimes find tour prices to be prohibitive.</a:t>
            </a:r>
            <a:endParaRPr sz="1700">
              <a:solidFill>
                <a:schemeClr val="dk2"/>
              </a:solidFill>
              <a:latin typeface="Inter"/>
              <a:ea typeface="Inter"/>
              <a:cs typeface="Inter"/>
              <a:sym typeface="Inter"/>
            </a:endParaRPr>
          </a:p>
        </p:txBody>
      </p:sp>
      <p:sp>
        <p:nvSpPr>
          <p:cNvPr id="70" name="Google Shape;70;g2c713b5e9ed_0_98"/>
          <p:cNvSpPr txBox="1"/>
          <p:nvPr/>
        </p:nvSpPr>
        <p:spPr>
          <a:xfrm>
            <a:off x="4576650" y="2605938"/>
            <a:ext cx="42765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9E9E9E"/>
                </a:solidFill>
                <a:latin typeface="Inter"/>
                <a:ea typeface="Inter"/>
                <a:cs typeface="Inter"/>
                <a:sym typeface="Inter"/>
              </a:rPr>
              <a:t>Self guided tours’ apps</a:t>
            </a:r>
            <a:r>
              <a:rPr b="1" lang="en" sz="1700">
                <a:solidFill>
                  <a:srgbClr val="9E9E9E"/>
                </a:solidFill>
                <a:latin typeface="Inter"/>
                <a:ea typeface="Inter"/>
                <a:cs typeface="Inter"/>
                <a:sym typeface="Inter"/>
              </a:rPr>
              <a:t>:</a:t>
            </a:r>
            <a:endParaRPr b="1" sz="1700">
              <a:solidFill>
                <a:srgbClr val="9E9E9E"/>
              </a:solidFill>
              <a:latin typeface="Inter"/>
              <a:ea typeface="Inter"/>
              <a:cs typeface="Inter"/>
              <a:sym typeface="Inter"/>
            </a:endParaRPr>
          </a:p>
          <a:p>
            <a:pPr indent="0" lvl="0" marL="0" rtl="0" algn="l">
              <a:spcBef>
                <a:spcPts val="0"/>
              </a:spcBef>
              <a:spcAft>
                <a:spcPts val="0"/>
              </a:spcAft>
              <a:buNone/>
            </a:pPr>
            <a:r>
              <a:rPr lang="en" sz="1700">
                <a:solidFill>
                  <a:schemeClr val="dk2"/>
                </a:solidFill>
                <a:latin typeface="Inter"/>
                <a:ea typeface="Inter"/>
                <a:cs typeface="Inter"/>
                <a:sym typeface="Inter"/>
              </a:rPr>
              <a:t>…can’t produce enough professional content for the whole world;</a:t>
            </a:r>
            <a:endParaRPr sz="1700">
              <a:solidFill>
                <a:schemeClr val="dk2"/>
              </a:solidFill>
              <a:latin typeface="Inter"/>
              <a:ea typeface="Inter"/>
              <a:cs typeface="Inter"/>
              <a:sym typeface="Inter"/>
            </a:endParaRPr>
          </a:p>
          <a:p>
            <a:pPr indent="0" lvl="0" marL="0" rtl="0" algn="l">
              <a:spcBef>
                <a:spcPts val="0"/>
              </a:spcBef>
              <a:spcAft>
                <a:spcPts val="0"/>
              </a:spcAft>
              <a:buNone/>
            </a:pPr>
            <a:r>
              <a:rPr lang="en" sz="1700">
                <a:solidFill>
                  <a:schemeClr val="dk2"/>
                </a:solidFill>
                <a:latin typeface="Inter"/>
                <a:ea typeface="Inter"/>
                <a:cs typeface="Inter"/>
                <a:sym typeface="Inter"/>
              </a:rPr>
              <a:t>… offer limited solutions at high prices;</a:t>
            </a:r>
            <a:endParaRPr sz="1700">
              <a:solidFill>
                <a:schemeClr val="dk2"/>
              </a:solidFill>
              <a:latin typeface="Inter"/>
              <a:ea typeface="Inter"/>
              <a:cs typeface="Inter"/>
              <a:sym typeface="Inter"/>
            </a:endParaRPr>
          </a:p>
          <a:p>
            <a:pPr indent="0" lvl="0" marL="0" rtl="0" algn="l">
              <a:spcBef>
                <a:spcPts val="0"/>
              </a:spcBef>
              <a:spcAft>
                <a:spcPts val="0"/>
              </a:spcAft>
              <a:buNone/>
            </a:pPr>
            <a:r>
              <a:rPr lang="en" sz="1700">
                <a:solidFill>
                  <a:schemeClr val="dk2"/>
                </a:solidFill>
                <a:latin typeface="Inter"/>
                <a:ea typeface="Inter"/>
                <a:cs typeface="Inter"/>
                <a:sym typeface="Inter"/>
              </a:rPr>
              <a:t>… are new to the market and didn’t find the right way to approach it</a:t>
            </a:r>
            <a:endParaRPr sz="1700">
              <a:solidFill>
                <a:schemeClr val="dk2"/>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g2b8030a1825_0_10"/>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pockettours.com</a:t>
            </a:r>
            <a:endParaRPr b="0" i="0" sz="1100" u="none" cap="none" strike="noStrike">
              <a:solidFill>
                <a:srgbClr val="999999"/>
              </a:solidFill>
              <a:latin typeface="Fredoka"/>
              <a:ea typeface="Fredoka"/>
              <a:cs typeface="Fredoka"/>
              <a:sym typeface="Fredoka"/>
            </a:endParaRPr>
          </a:p>
        </p:txBody>
      </p:sp>
      <p:sp>
        <p:nvSpPr>
          <p:cNvPr id="76" name="Google Shape;76;g2b8030a1825_0_10"/>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@2024</a:t>
            </a:r>
            <a:endParaRPr b="0" i="0" sz="1100" u="none" cap="none" strike="noStrike">
              <a:solidFill>
                <a:srgbClr val="999999"/>
              </a:solidFill>
              <a:latin typeface="Fredoka"/>
              <a:ea typeface="Fredoka"/>
              <a:cs typeface="Fredoka"/>
              <a:sym typeface="Fredoka"/>
            </a:endParaRPr>
          </a:p>
        </p:txBody>
      </p:sp>
      <p:sp>
        <p:nvSpPr>
          <p:cNvPr id="77" name="Google Shape;77;g2b8030a1825_0_10"/>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city tours in your pocket</a:t>
            </a:r>
            <a:endParaRPr b="0" i="0" sz="1100" u="none" cap="none" strike="noStrike">
              <a:solidFill>
                <a:srgbClr val="999999"/>
              </a:solidFill>
              <a:latin typeface="Fredoka"/>
              <a:ea typeface="Fredoka"/>
              <a:cs typeface="Fredoka"/>
              <a:sym typeface="Fredoka"/>
            </a:endParaRPr>
          </a:p>
        </p:txBody>
      </p:sp>
      <p:cxnSp>
        <p:nvCxnSpPr>
          <p:cNvPr id="78" name="Google Shape;78;g2b8030a1825_0_10"/>
          <p:cNvCxnSpPr/>
          <p:nvPr/>
        </p:nvCxnSpPr>
        <p:spPr>
          <a:xfrm rot="10800000">
            <a:off x="968400" y="270025"/>
            <a:ext cx="8175600" cy="4800"/>
          </a:xfrm>
          <a:prstGeom prst="straightConnector1">
            <a:avLst/>
          </a:prstGeom>
          <a:noFill/>
          <a:ln cap="flat" cmpd="sng" w="28575">
            <a:solidFill>
              <a:srgbClr val="ED1E44"/>
            </a:solidFill>
            <a:prstDash val="solid"/>
            <a:round/>
            <a:headEnd len="sm" w="sm" type="none"/>
            <a:tailEnd len="sm" w="sm" type="none"/>
          </a:ln>
        </p:spPr>
      </p:cxnSp>
      <p:pic>
        <p:nvPicPr>
          <p:cNvPr id="79" name="Google Shape;79;g2b8030a1825_0_10"/>
          <p:cNvPicPr preferRelativeResize="0"/>
          <p:nvPr/>
        </p:nvPicPr>
        <p:blipFill rotWithShape="1">
          <a:blip r:embed="rId3">
            <a:alphaModFix/>
          </a:blip>
          <a:srcRect b="44952" l="23629" r="28116" t="0"/>
          <a:stretch/>
        </p:blipFill>
        <p:spPr>
          <a:xfrm>
            <a:off x="235225" y="181550"/>
            <a:ext cx="572326" cy="551551"/>
          </a:xfrm>
          <a:prstGeom prst="rect">
            <a:avLst/>
          </a:prstGeom>
          <a:noFill/>
          <a:ln>
            <a:noFill/>
          </a:ln>
        </p:spPr>
      </p:pic>
      <p:sp>
        <p:nvSpPr>
          <p:cNvPr id="80" name="Google Shape;80;g2b8030a1825_0_10"/>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1" name="Google Shape;81;g2b8030a1825_0_10"/>
          <p:cNvSpPr/>
          <p:nvPr/>
        </p:nvSpPr>
        <p:spPr>
          <a:xfrm>
            <a:off x="858750" y="260350"/>
            <a:ext cx="25899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lt1"/>
                </a:solidFill>
                <a:latin typeface="Fredoka Medium"/>
                <a:ea typeface="Fredoka Medium"/>
                <a:cs typeface="Fredoka Medium"/>
                <a:sym typeface="Fredoka Medium"/>
              </a:rPr>
              <a:t>SOLUTIONS </a:t>
            </a:r>
            <a:endParaRPr b="0" i="0" sz="1400" u="none" cap="none" strike="noStrike">
              <a:solidFill>
                <a:schemeClr val="lt1"/>
              </a:solidFill>
              <a:latin typeface="Fredoka Medium"/>
              <a:ea typeface="Fredoka Medium"/>
              <a:cs typeface="Fredoka Medium"/>
              <a:sym typeface="Fredoka Medium"/>
            </a:endParaRPr>
          </a:p>
        </p:txBody>
      </p:sp>
      <p:sp>
        <p:nvSpPr>
          <p:cNvPr id="82" name="Google Shape;82;g2b8030a1825_0_10"/>
          <p:cNvSpPr txBox="1"/>
          <p:nvPr/>
        </p:nvSpPr>
        <p:spPr>
          <a:xfrm>
            <a:off x="0" y="910100"/>
            <a:ext cx="4512900" cy="1262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0" i="0" lang="en" sz="2500" u="none" cap="none" strike="noStrike">
                <a:solidFill>
                  <a:schemeClr val="dk2"/>
                </a:solidFill>
                <a:latin typeface="Inter"/>
                <a:ea typeface="Inter"/>
                <a:cs typeface="Inter"/>
                <a:sym typeface="Inter"/>
              </a:rPr>
              <a:t>Everyone can become a</a:t>
            </a:r>
            <a:endParaRPr b="0" i="0" sz="2500" u="none" cap="none" strike="noStrike">
              <a:solidFill>
                <a:schemeClr val="dk2"/>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7500"/>
              <a:buFont typeface="Arial"/>
              <a:buNone/>
            </a:pPr>
            <a:r>
              <a:rPr b="1" lang="en" sz="4500">
                <a:solidFill>
                  <a:srgbClr val="ED1E44"/>
                </a:solidFill>
                <a:latin typeface="Inter"/>
                <a:ea typeface="Inter"/>
                <a:cs typeface="Inter"/>
                <a:sym typeface="Inter"/>
              </a:rPr>
              <a:t>STORYTELLER</a:t>
            </a:r>
            <a:r>
              <a:rPr b="1" i="0" lang="en" sz="4500" u="none" cap="none" strike="noStrike">
                <a:solidFill>
                  <a:srgbClr val="ED1E44"/>
                </a:solidFill>
                <a:latin typeface="Inter"/>
                <a:ea typeface="Inter"/>
                <a:cs typeface="Inter"/>
                <a:sym typeface="Inter"/>
              </a:rPr>
              <a:t>.</a:t>
            </a:r>
            <a:endParaRPr b="1" i="0" sz="4500" u="none" cap="none" strike="noStrike">
              <a:solidFill>
                <a:srgbClr val="ED1E44"/>
              </a:solidFill>
              <a:latin typeface="Inter"/>
              <a:ea typeface="Inter"/>
              <a:cs typeface="Inter"/>
              <a:sym typeface="Inter"/>
            </a:endParaRPr>
          </a:p>
        </p:txBody>
      </p:sp>
      <p:sp>
        <p:nvSpPr>
          <p:cNvPr id="83" name="Google Shape;83;g2b8030a1825_0_10"/>
          <p:cNvSpPr txBox="1"/>
          <p:nvPr/>
        </p:nvSpPr>
        <p:spPr>
          <a:xfrm>
            <a:off x="4650900" y="733100"/>
            <a:ext cx="42765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9E9E9E"/>
                </a:solidFill>
                <a:latin typeface="Inter"/>
                <a:ea typeface="Inter"/>
                <a:cs typeface="Inter"/>
                <a:sym typeface="Inter"/>
              </a:rPr>
              <a:t>AN</a:t>
            </a:r>
            <a:r>
              <a:rPr b="1" lang="en" sz="1800">
                <a:solidFill>
                  <a:srgbClr val="9E9E9E"/>
                </a:solidFill>
                <a:latin typeface="Inter"/>
                <a:ea typeface="Inter"/>
                <a:cs typeface="Inter"/>
                <a:sym typeface="Inter"/>
              </a:rPr>
              <a:t> APP </a:t>
            </a:r>
            <a:r>
              <a:rPr b="1" lang="en" sz="1300">
                <a:solidFill>
                  <a:srgbClr val="9E9E9E"/>
                </a:solidFill>
                <a:latin typeface="Inter"/>
                <a:ea typeface="Inter"/>
                <a:cs typeface="Inter"/>
                <a:sym typeface="Inter"/>
              </a:rPr>
              <a:t>FOR</a:t>
            </a:r>
            <a:r>
              <a:rPr b="1" lang="en" sz="1800">
                <a:solidFill>
                  <a:srgbClr val="9E9E9E"/>
                </a:solidFill>
                <a:latin typeface="Inter"/>
                <a:ea typeface="Inter"/>
                <a:cs typeface="Inter"/>
                <a:sym typeface="Inter"/>
              </a:rPr>
              <a:t> EVERYONE</a:t>
            </a:r>
            <a:endParaRPr b="1" sz="1800">
              <a:solidFill>
                <a:srgbClr val="9E9E9E"/>
              </a:solidFill>
              <a:latin typeface="Inter"/>
              <a:ea typeface="Inter"/>
              <a:cs typeface="Inter"/>
              <a:sym typeface="Inter"/>
            </a:endParaRPr>
          </a:p>
          <a:p>
            <a:pPr indent="0" lvl="0" marL="0" rtl="0" algn="l">
              <a:spcBef>
                <a:spcPts val="0"/>
              </a:spcBef>
              <a:spcAft>
                <a:spcPts val="0"/>
              </a:spcAft>
              <a:buNone/>
            </a:pPr>
            <a:r>
              <a:rPr lang="en" sz="1800">
                <a:solidFill>
                  <a:schemeClr val="dk2"/>
                </a:solidFill>
                <a:latin typeface="Inter"/>
                <a:ea typeface="Inter"/>
                <a:cs typeface="Inter"/>
                <a:sym typeface="Inter"/>
              </a:rPr>
              <a:t>Pocket Tours: the revolutionary app empowering anyone to curate and customize their dream journeys, anywhere in the world, at their fingertips.</a:t>
            </a:r>
            <a:endParaRPr sz="1800">
              <a:solidFill>
                <a:schemeClr val="dk2"/>
              </a:solidFill>
              <a:latin typeface="Inter"/>
              <a:ea typeface="Inter"/>
              <a:cs typeface="Inter"/>
              <a:sym typeface="Inter"/>
            </a:endParaRPr>
          </a:p>
        </p:txBody>
      </p:sp>
      <p:sp>
        <p:nvSpPr>
          <p:cNvPr id="84" name="Google Shape;84;g2b8030a1825_0_10"/>
          <p:cNvSpPr txBox="1"/>
          <p:nvPr/>
        </p:nvSpPr>
        <p:spPr>
          <a:xfrm>
            <a:off x="225900" y="2642650"/>
            <a:ext cx="44250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9E9E9E"/>
                </a:solidFill>
                <a:latin typeface="Inter"/>
                <a:ea typeface="Inter"/>
                <a:cs typeface="Inter"/>
                <a:sym typeface="Inter"/>
              </a:rPr>
              <a:t>A</a:t>
            </a:r>
            <a:r>
              <a:rPr b="1" lang="en" sz="1800">
                <a:solidFill>
                  <a:srgbClr val="9E9E9E"/>
                </a:solidFill>
                <a:latin typeface="Inter"/>
                <a:ea typeface="Inter"/>
                <a:cs typeface="Inter"/>
                <a:sym typeface="Inter"/>
              </a:rPr>
              <a:t> NEW WAY </a:t>
            </a:r>
            <a:r>
              <a:rPr b="1" lang="en" sz="1300">
                <a:solidFill>
                  <a:srgbClr val="9E9E9E"/>
                </a:solidFill>
                <a:latin typeface="Inter"/>
                <a:ea typeface="Inter"/>
                <a:cs typeface="Inter"/>
                <a:sym typeface="Inter"/>
              </a:rPr>
              <a:t>TO</a:t>
            </a:r>
            <a:r>
              <a:rPr b="1" lang="en" sz="1800">
                <a:solidFill>
                  <a:srgbClr val="9E9E9E"/>
                </a:solidFill>
                <a:latin typeface="Inter"/>
                <a:ea typeface="Inter"/>
                <a:cs typeface="Inter"/>
                <a:sym typeface="Inter"/>
              </a:rPr>
              <a:t> DISCOVER </a:t>
            </a:r>
            <a:r>
              <a:rPr b="1" lang="en" sz="1300">
                <a:solidFill>
                  <a:srgbClr val="9E9E9E"/>
                </a:solidFill>
                <a:latin typeface="Inter"/>
                <a:ea typeface="Inter"/>
                <a:cs typeface="Inter"/>
                <a:sym typeface="Inter"/>
              </a:rPr>
              <a:t>THE</a:t>
            </a:r>
            <a:r>
              <a:rPr b="1" lang="en" sz="1800">
                <a:solidFill>
                  <a:srgbClr val="9E9E9E"/>
                </a:solidFill>
                <a:latin typeface="Inter"/>
                <a:ea typeface="Inter"/>
                <a:cs typeface="Inter"/>
                <a:sym typeface="Inter"/>
              </a:rPr>
              <a:t> WORLD</a:t>
            </a:r>
            <a:endParaRPr sz="1800">
              <a:solidFill>
                <a:schemeClr val="dk2"/>
              </a:solidFill>
              <a:latin typeface="Inter"/>
              <a:ea typeface="Inter"/>
              <a:cs typeface="Inter"/>
              <a:sym typeface="Inter"/>
            </a:endParaRPr>
          </a:p>
          <a:p>
            <a:pPr indent="0" lvl="0" marL="0" rtl="0" algn="l">
              <a:spcBef>
                <a:spcPts val="0"/>
              </a:spcBef>
              <a:spcAft>
                <a:spcPts val="0"/>
              </a:spcAft>
              <a:buNone/>
            </a:pPr>
            <a:r>
              <a:rPr lang="en" sz="1800">
                <a:solidFill>
                  <a:schemeClr val="dk2"/>
                </a:solidFill>
                <a:latin typeface="Inter"/>
                <a:ea typeface="Inter"/>
                <a:cs typeface="Inter"/>
                <a:sym typeface="Inter"/>
              </a:rPr>
              <a:t>In an intuitive manner, tourists can choose from various categories of tours, where they want and when, while seamlessly listening and interacting along the way, all for almost nothing.</a:t>
            </a:r>
            <a:endParaRPr sz="1800">
              <a:solidFill>
                <a:schemeClr val="dk2"/>
              </a:solidFill>
              <a:latin typeface="Inter"/>
              <a:ea typeface="Inter"/>
              <a:cs typeface="Inter"/>
              <a:sym typeface="Inter"/>
            </a:endParaRPr>
          </a:p>
        </p:txBody>
      </p:sp>
      <p:sp>
        <p:nvSpPr>
          <p:cNvPr id="85" name="Google Shape;85;g2b8030a1825_0_10"/>
          <p:cNvSpPr txBox="1"/>
          <p:nvPr/>
        </p:nvSpPr>
        <p:spPr>
          <a:xfrm>
            <a:off x="4641575" y="2642663"/>
            <a:ext cx="42765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9E9E9E"/>
                </a:solidFill>
                <a:latin typeface="Inter"/>
                <a:ea typeface="Inter"/>
                <a:cs typeface="Inter"/>
                <a:sym typeface="Inter"/>
              </a:rPr>
              <a:t>SUPER TARGETED MARKETING</a:t>
            </a:r>
            <a:endParaRPr b="1" sz="1800">
              <a:solidFill>
                <a:srgbClr val="9E9E9E"/>
              </a:solidFill>
              <a:latin typeface="Inter"/>
              <a:ea typeface="Inter"/>
              <a:cs typeface="Inter"/>
              <a:sym typeface="Inter"/>
            </a:endParaRPr>
          </a:p>
          <a:p>
            <a:pPr indent="0" lvl="0" marL="0" rtl="0" algn="l">
              <a:spcBef>
                <a:spcPts val="0"/>
              </a:spcBef>
              <a:spcAft>
                <a:spcPts val="0"/>
              </a:spcAft>
              <a:buNone/>
            </a:pPr>
            <a:r>
              <a:rPr lang="en" sz="1800">
                <a:solidFill>
                  <a:schemeClr val="dk2"/>
                </a:solidFill>
                <a:latin typeface="Inter"/>
                <a:ea typeface="Inter"/>
                <a:cs typeface="Inter"/>
                <a:sym typeface="Inter"/>
              </a:rPr>
              <a:t>A groundbreaking approach to reaching tourists: advertisers can now ensure their ads capture attention as users listen while physically passing by their shops, monuments, attractions and more!</a:t>
            </a:r>
            <a:endParaRPr sz="1800">
              <a:solidFill>
                <a:schemeClr val="dk2"/>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2c713b5e9ed_1_0"/>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pockettours.com</a:t>
            </a:r>
            <a:endParaRPr b="0" i="0" sz="1100" u="none" cap="none" strike="noStrike">
              <a:solidFill>
                <a:srgbClr val="999999"/>
              </a:solidFill>
              <a:latin typeface="Fredoka"/>
              <a:ea typeface="Fredoka"/>
              <a:cs typeface="Fredoka"/>
              <a:sym typeface="Fredoka"/>
            </a:endParaRPr>
          </a:p>
        </p:txBody>
      </p:sp>
      <p:sp>
        <p:nvSpPr>
          <p:cNvPr id="91" name="Google Shape;91;g2c713b5e9ed_1_0"/>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@2024</a:t>
            </a:r>
            <a:endParaRPr b="0" i="0" sz="1100" u="none" cap="none" strike="noStrike">
              <a:solidFill>
                <a:srgbClr val="999999"/>
              </a:solidFill>
              <a:latin typeface="Fredoka"/>
              <a:ea typeface="Fredoka"/>
              <a:cs typeface="Fredoka"/>
              <a:sym typeface="Fredoka"/>
            </a:endParaRPr>
          </a:p>
        </p:txBody>
      </p:sp>
      <p:sp>
        <p:nvSpPr>
          <p:cNvPr id="92" name="Google Shape;92;g2c713b5e9ed_1_0"/>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city tours in your pocket</a:t>
            </a:r>
            <a:endParaRPr b="0" i="0" sz="1100" u="none" cap="none" strike="noStrike">
              <a:solidFill>
                <a:srgbClr val="999999"/>
              </a:solidFill>
              <a:latin typeface="Fredoka"/>
              <a:ea typeface="Fredoka"/>
              <a:cs typeface="Fredoka"/>
              <a:sym typeface="Fredoka"/>
            </a:endParaRPr>
          </a:p>
        </p:txBody>
      </p:sp>
      <p:cxnSp>
        <p:nvCxnSpPr>
          <p:cNvPr id="93" name="Google Shape;93;g2c713b5e9ed_1_0"/>
          <p:cNvCxnSpPr/>
          <p:nvPr/>
        </p:nvCxnSpPr>
        <p:spPr>
          <a:xfrm rot="10800000">
            <a:off x="968400" y="270025"/>
            <a:ext cx="8175600" cy="4800"/>
          </a:xfrm>
          <a:prstGeom prst="straightConnector1">
            <a:avLst/>
          </a:prstGeom>
          <a:noFill/>
          <a:ln cap="flat" cmpd="sng" w="28575">
            <a:solidFill>
              <a:srgbClr val="ED1E44"/>
            </a:solidFill>
            <a:prstDash val="solid"/>
            <a:round/>
            <a:headEnd len="sm" w="sm" type="none"/>
            <a:tailEnd len="sm" w="sm" type="none"/>
          </a:ln>
        </p:spPr>
      </p:cxnSp>
      <p:pic>
        <p:nvPicPr>
          <p:cNvPr id="94" name="Google Shape;94;g2c713b5e9ed_1_0"/>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95" name="Google Shape;95;g2c713b5e9ed_1_0"/>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6" name="Google Shape;96;g2c713b5e9ed_1_0"/>
          <p:cNvSpPr/>
          <p:nvPr/>
        </p:nvSpPr>
        <p:spPr>
          <a:xfrm>
            <a:off x="858750" y="260350"/>
            <a:ext cx="25620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lt1"/>
                </a:solidFill>
                <a:latin typeface="Fredoka Medium"/>
                <a:ea typeface="Fredoka Medium"/>
                <a:cs typeface="Fredoka Medium"/>
                <a:sym typeface="Fredoka Medium"/>
              </a:rPr>
              <a:t>BOOSTING TOURISM</a:t>
            </a:r>
            <a:endParaRPr b="0" i="0" sz="1400" u="none" cap="none" strike="noStrike">
              <a:solidFill>
                <a:schemeClr val="lt1"/>
              </a:solidFill>
              <a:latin typeface="Fredoka Medium"/>
              <a:ea typeface="Fredoka Medium"/>
              <a:cs typeface="Fredoka Medium"/>
              <a:sym typeface="Fredoka Medium"/>
            </a:endParaRPr>
          </a:p>
        </p:txBody>
      </p:sp>
      <p:sp>
        <p:nvSpPr>
          <p:cNvPr id="97" name="Google Shape;97;g2c713b5e9ed_1_0"/>
          <p:cNvSpPr txBox="1"/>
          <p:nvPr/>
        </p:nvSpPr>
        <p:spPr>
          <a:xfrm>
            <a:off x="4601600" y="1656463"/>
            <a:ext cx="42765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9E9E9E"/>
                </a:solidFill>
                <a:latin typeface="Inter"/>
                <a:ea typeface="Inter"/>
                <a:cs typeface="Inter"/>
                <a:sym typeface="Inter"/>
              </a:rPr>
              <a:t>Personalised adventures </a:t>
            </a:r>
            <a:endParaRPr b="1" sz="1800">
              <a:solidFill>
                <a:srgbClr val="9E9E9E"/>
              </a:solidFill>
              <a:latin typeface="Inter"/>
              <a:ea typeface="Inter"/>
              <a:cs typeface="Inter"/>
              <a:sym typeface="Inter"/>
            </a:endParaRPr>
          </a:p>
          <a:p>
            <a:pPr indent="0" lvl="0" marL="0" rtl="0" algn="l">
              <a:spcBef>
                <a:spcPts val="0"/>
              </a:spcBef>
              <a:spcAft>
                <a:spcPts val="0"/>
              </a:spcAft>
              <a:buNone/>
            </a:pPr>
            <a:r>
              <a:rPr lang="en" sz="1800">
                <a:solidFill>
                  <a:schemeClr val="dk2"/>
                </a:solidFill>
                <a:latin typeface="Inter"/>
                <a:ea typeface="Inter"/>
                <a:cs typeface="Inter"/>
                <a:sym typeface="Inter"/>
              </a:rPr>
              <a:t>Tourists can discover tours tailored to their specific interests.</a:t>
            </a:r>
            <a:endParaRPr sz="1800">
              <a:solidFill>
                <a:schemeClr val="dk2"/>
              </a:solidFill>
              <a:latin typeface="Inter"/>
              <a:ea typeface="Inter"/>
              <a:cs typeface="Inter"/>
              <a:sym typeface="Inter"/>
            </a:endParaRPr>
          </a:p>
          <a:p>
            <a:pPr indent="0" lvl="0" marL="0" rtl="0" algn="l">
              <a:spcBef>
                <a:spcPts val="0"/>
              </a:spcBef>
              <a:spcAft>
                <a:spcPts val="0"/>
              </a:spcAft>
              <a:buNone/>
            </a:pPr>
            <a:r>
              <a:rPr lang="en" sz="1800">
                <a:solidFill>
                  <a:schemeClr val="dk2"/>
                </a:solidFill>
                <a:latin typeface="Inter"/>
                <a:ea typeface="Inter"/>
                <a:cs typeface="Inter"/>
                <a:sym typeface="Inter"/>
              </a:rPr>
              <a:t>The app increases the likelihood of exploring lesser-known places and experiencing the local culture in a more authentic way, most probably with tours made by locals! </a:t>
            </a:r>
            <a:endParaRPr sz="1800">
              <a:solidFill>
                <a:schemeClr val="dk2"/>
              </a:solidFill>
              <a:latin typeface="Inter"/>
              <a:ea typeface="Inter"/>
              <a:cs typeface="Inter"/>
              <a:sym typeface="Inter"/>
            </a:endParaRPr>
          </a:p>
        </p:txBody>
      </p:sp>
      <p:sp>
        <p:nvSpPr>
          <p:cNvPr id="98" name="Google Shape;98;g2c713b5e9ed_1_0"/>
          <p:cNvSpPr txBox="1"/>
          <p:nvPr/>
        </p:nvSpPr>
        <p:spPr>
          <a:xfrm>
            <a:off x="265900" y="1665250"/>
            <a:ext cx="43356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9E9E9E"/>
                </a:solidFill>
                <a:latin typeface="Inter"/>
                <a:ea typeface="Inter"/>
                <a:cs typeface="Inter"/>
                <a:sym typeface="Inter"/>
              </a:rPr>
              <a:t>Local means… local</a:t>
            </a:r>
            <a:endParaRPr sz="1800">
              <a:solidFill>
                <a:schemeClr val="dk2"/>
              </a:solidFill>
              <a:latin typeface="Inter"/>
              <a:ea typeface="Inter"/>
              <a:cs typeface="Inter"/>
              <a:sym typeface="Inter"/>
            </a:endParaRPr>
          </a:p>
          <a:p>
            <a:pPr indent="0" lvl="0" marL="0" rtl="0" algn="l">
              <a:spcBef>
                <a:spcPts val="0"/>
              </a:spcBef>
              <a:spcAft>
                <a:spcPts val="0"/>
              </a:spcAft>
              <a:buNone/>
            </a:pPr>
            <a:r>
              <a:rPr lang="en" sz="1800">
                <a:solidFill>
                  <a:schemeClr val="dk2"/>
                </a:solidFill>
                <a:latin typeface="Inter"/>
                <a:ea typeface="Inter"/>
                <a:cs typeface="Inter"/>
                <a:sym typeface="Inter"/>
              </a:rPr>
              <a:t>Allowing local residents to create and sell their own tours can boost the region's economy. Pocket tours promotes the sharing of local knowledge, authentic stories, and unique experiences, while also providing an additional source of income for residents.</a:t>
            </a:r>
            <a:endParaRPr sz="1800">
              <a:solidFill>
                <a:schemeClr val="dk2"/>
              </a:solidFill>
              <a:latin typeface="Inter"/>
              <a:ea typeface="Inter"/>
              <a:cs typeface="Inter"/>
              <a:sym typeface="Inter"/>
            </a:endParaRPr>
          </a:p>
          <a:p>
            <a:pPr indent="0" lvl="0" marL="0" rtl="0" algn="l">
              <a:spcBef>
                <a:spcPts val="0"/>
              </a:spcBef>
              <a:spcAft>
                <a:spcPts val="0"/>
              </a:spcAft>
              <a:buNone/>
            </a:pPr>
            <a:r>
              <a:t/>
            </a:r>
            <a:endParaRPr sz="1800">
              <a:solidFill>
                <a:schemeClr val="dk2"/>
              </a:solidFill>
              <a:latin typeface="Inter"/>
              <a:ea typeface="Inter"/>
              <a:cs typeface="Inter"/>
              <a:sym typeface="Inter"/>
            </a:endParaRPr>
          </a:p>
        </p:txBody>
      </p:sp>
      <p:sp>
        <p:nvSpPr>
          <p:cNvPr id="99" name="Google Shape;99;g2c713b5e9ed_1_0"/>
          <p:cNvSpPr txBox="1"/>
          <p:nvPr/>
        </p:nvSpPr>
        <p:spPr>
          <a:xfrm>
            <a:off x="0" y="910088"/>
            <a:ext cx="9144000" cy="569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lang="en" sz="2500">
                <a:solidFill>
                  <a:schemeClr val="dk2"/>
                </a:solidFill>
                <a:latin typeface="Inter"/>
                <a:ea typeface="Inter"/>
                <a:cs typeface="Inter"/>
                <a:sym typeface="Inter"/>
              </a:rPr>
              <a:t>Enhancing local </a:t>
            </a:r>
            <a:r>
              <a:rPr b="1" lang="en" sz="2500">
                <a:solidFill>
                  <a:srgbClr val="ED1E44"/>
                </a:solidFill>
                <a:latin typeface="Inter"/>
                <a:ea typeface="Inter"/>
                <a:cs typeface="Inter"/>
                <a:sym typeface="Inter"/>
              </a:rPr>
              <a:t>experiences</a:t>
            </a:r>
            <a:endParaRPr b="1" i="0" sz="2500" u="none" cap="none" strike="noStrike">
              <a:solidFill>
                <a:srgbClr val="ED1E44"/>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2b8030a1825_0_155"/>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pockettours.com</a:t>
            </a:r>
            <a:endParaRPr b="0" i="0" sz="1100" u="none" cap="none" strike="noStrike">
              <a:solidFill>
                <a:srgbClr val="999999"/>
              </a:solidFill>
              <a:latin typeface="Fredoka"/>
              <a:ea typeface="Fredoka"/>
              <a:cs typeface="Fredoka"/>
              <a:sym typeface="Fredoka"/>
            </a:endParaRPr>
          </a:p>
        </p:txBody>
      </p:sp>
      <p:sp>
        <p:nvSpPr>
          <p:cNvPr id="105" name="Google Shape;105;g2b8030a1825_0_155"/>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@2024</a:t>
            </a:r>
            <a:endParaRPr b="0" i="0" sz="1100" u="none" cap="none" strike="noStrike">
              <a:solidFill>
                <a:srgbClr val="999999"/>
              </a:solidFill>
              <a:latin typeface="Fredoka"/>
              <a:ea typeface="Fredoka"/>
              <a:cs typeface="Fredoka"/>
              <a:sym typeface="Fredoka"/>
            </a:endParaRPr>
          </a:p>
        </p:txBody>
      </p:sp>
      <p:sp>
        <p:nvSpPr>
          <p:cNvPr id="106" name="Google Shape;106;g2b8030a1825_0_155"/>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city tours in your pocket</a:t>
            </a:r>
            <a:endParaRPr b="0" i="0" sz="1100" u="none" cap="none" strike="noStrike">
              <a:solidFill>
                <a:srgbClr val="999999"/>
              </a:solidFill>
              <a:latin typeface="Fredoka"/>
              <a:ea typeface="Fredoka"/>
              <a:cs typeface="Fredoka"/>
              <a:sym typeface="Fredoka"/>
            </a:endParaRPr>
          </a:p>
        </p:txBody>
      </p:sp>
      <p:cxnSp>
        <p:nvCxnSpPr>
          <p:cNvPr id="107" name="Google Shape;107;g2b8030a1825_0_155"/>
          <p:cNvCxnSpPr/>
          <p:nvPr/>
        </p:nvCxnSpPr>
        <p:spPr>
          <a:xfrm rot="10800000">
            <a:off x="968400" y="270025"/>
            <a:ext cx="8175600" cy="4800"/>
          </a:xfrm>
          <a:prstGeom prst="straightConnector1">
            <a:avLst/>
          </a:prstGeom>
          <a:noFill/>
          <a:ln cap="flat" cmpd="sng" w="28575">
            <a:solidFill>
              <a:srgbClr val="ED1E44"/>
            </a:solidFill>
            <a:prstDash val="solid"/>
            <a:round/>
            <a:headEnd len="sm" w="sm" type="none"/>
            <a:tailEnd len="sm" w="sm" type="none"/>
          </a:ln>
        </p:spPr>
      </p:cxnSp>
      <p:pic>
        <p:nvPicPr>
          <p:cNvPr id="108" name="Google Shape;108;g2b8030a1825_0_155"/>
          <p:cNvPicPr preferRelativeResize="0"/>
          <p:nvPr/>
        </p:nvPicPr>
        <p:blipFill rotWithShape="1">
          <a:blip r:embed="rId3">
            <a:alphaModFix/>
          </a:blip>
          <a:srcRect b="44952" l="23629" r="28116" t="0"/>
          <a:stretch/>
        </p:blipFill>
        <p:spPr>
          <a:xfrm>
            <a:off x="235225" y="181550"/>
            <a:ext cx="572326" cy="551551"/>
          </a:xfrm>
          <a:prstGeom prst="rect">
            <a:avLst/>
          </a:prstGeom>
          <a:noFill/>
          <a:ln>
            <a:noFill/>
          </a:ln>
        </p:spPr>
      </p:pic>
      <p:sp>
        <p:nvSpPr>
          <p:cNvPr id="109" name="Google Shape;109;g2b8030a1825_0_155"/>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0" name="Google Shape;110;g2b8030a1825_0_155"/>
          <p:cNvSpPr/>
          <p:nvPr/>
        </p:nvSpPr>
        <p:spPr>
          <a:xfrm>
            <a:off x="858750" y="260350"/>
            <a:ext cx="22254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lt1"/>
                </a:solidFill>
                <a:latin typeface="Fredoka Medium"/>
                <a:ea typeface="Fredoka Medium"/>
                <a:cs typeface="Fredoka Medium"/>
                <a:sym typeface="Fredoka Medium"/>
              </a:rPr>
              <a:t>Target Market</a:t>
            </a:r>
            <a:endParaRPr b="0" i="0" sz="1400" u="none" cap="none" strike="noStrike">
              <a:solidFill>
                <a:schemeClr val="lt1"/>
              </a:solidFill>
              <a:latin typeface="Fredoka Medium"/>
              <a:ea typeface="Fredoka Medium"/>
              <a:cs typeface="Fredoka Medium"/>
              <a:sym typeface="Fredoka Medium"/>
            </a:endParaRPr>
          </a:p>
        </p:txBody>
      </p:sp>
      <p:sp>
        <p:nvSpPr>
          <p:cNvPr id="111" name="Google Shape;111;g2b8030a1825_0_155"/>
          <p:cNvSpPr/>
          <p:nvPr/>
        </p:nvSpPr>
        <p:spPr>
          <a:xfrm>
            <a:off x="293250" y="1183350"/>
            <a:ext cx="8557500" cy="665400"/>
          </a:xfrm>
          <a:prstGeom prst="roundRect">
            <a:avLst>
              <a:gd fmla="val 16667" name="adj"/>
            </a:avLst>
          </a:prstGeom>
          <a:no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Inter"/>
                <a:ea typeface="Inter"/>
                <a:cs typeface="Inter"/>
                <a:sym typeface="Inter"/>
              </a:rPr>
              <a:t>Anna, 35, is    </a:t>
            </a:r>
            <a:r>
              <a:rPr lang="en" sz="1200">
                <a:solidFill>
                  <a:srgbClr val="999999"/>
                </a:solidFill>
                <a:latin typeface="Inter"/>
                <a:ea typeface="Inter"/>
                <a:cs typeface="Inter"/>
                <a:sym typeface="Inter"/>
              </a:rPr>
              <a:t>an art and history professor who’s passionate about bringing museums to life through her pocket tours, focusing on the art displayed in her hometown, Edinburgh. Thanks to Anna's pocket tours, travelers gain a deeper understanding of the artwork and exhibits, enhancing their museum experience with her expert guidance.</a:t>
            </a:r>
            <a:endParaRPr sz="1200">
              <a:solidFill>
                <a:srgbClr val="999999"/>
              </a:solidFill>
              <a:latin typeface="Inter"/>
              <a:ea typeface="Inter"/>
              <a:cs typeface="Inter"/>
              <a:sym typeface="Inter"/>
            </a:endParaRPr>
          </a:p>
        </p:txBody>
      </p:sp>
      <p:sp>
        <p:nvSpPr>
          <p:cNvPr id="112" name="Google Shape;112;g2b8030a1825_0_155"/>
          <p:cNvSpPr/>
          <p:nvPr/>
        </p:nvSpPr>
        <p:spPr>
          <a:xfrm>
            <a:off x="293250" y="1173713"/>
            <a:ext cx="1068000" cy="240900"/>
          </a:xfrm>
          <a:prstGeom prst="roundRect">
            <a:avLst>
              <a:gd fmla="val 22410" name="adj"/>
            </a:avLst>
          </a:prstGeom>
          <a:solidFill>
            <a:srgbClr val="ED1E44"/>
          </a:solid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Fredoka"/>
                <a:ea typeface="Fredoka"/>
                <a:cs typeface="Fredoka"/>
                <a:sym typeface="Fredoka"/>
              </a:rPr>
              <a:t>Anna, 32</a:t>
            </a:r>
            <a:endParaRPr>
              <a:solidFill>
                <a:srgbClr val="FFFFFF"/>
              </a:solidFill>
              <a:latin typeface="Fredoka"/>
              <a:ea typeface="Fredoka"/>
              <a:cs typeface="Fredoka"/>
              <a:sym typeface="Fredoka"/>
            </a:endParaRPr>
          </a:p>
        </p:txBody>
      </p:sp>
      <p:sp>
        <p:nvSpPr>
          <p:cNvPr id="113" name="Google Shape;113;g2b8030a1825_0_155"/>
          <p:cNvSpPr/>
          <p:nvPr/>
        </p:nvSpPr>
        <p:spPr>
          <a:xfrm>
            <a:off x="293250" y="1974950"/>
            <a:ext cx="8557500" cy="665400"/>
          </a:xfrm>
          <a:prstGeom prst="roundRect">
            <a:avLst>
              <a:gd fmla="val 16667" name="adj"/>
            </a:avLst>
          </a:prstGeom>
          <a:no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latin typeface="Inter"/>
                <a:ea typeface="Inter"/>
                <a:cs typeface="Inter"/>
                <a:sym typeface="Inter"/>
              </a:rPr>
              <a:t>                         </a:t>
            </a:r>
            <a:r>
              <a:rPr lang="en" sz="1100">
                <a:solidFill>
                  <a:srgbClr val="999999"/>
                </a:solidFill>
                <a:latin typeface="Inter"/>
                <a:ea typeface="Inter"/>
                <a:cs typeface="Inter"/>
                <a:sym typeface="Inter"/>
              </a:rPr>
              <a:t>An archaeologist dedicated to sharing the wonders of ancient civilizations with curious travelers. He uploads pocket tours featuring in-depth explorations of archaeological sites in Rome, such as the Colosseum. Tourists visiting Rome listen to Michael's pocket tours to enrich their experience as they wander through the ancient ruins.</a:t>
            </a:r>
            <a:endParaRPr sz="1100">
              <a:solidFill>
                <a:srgbClr val="999999"/>
              </a:solidFill>
              <a:latin typeface="Inter"/>
              <a:ea typeface="Inter"/>
              <a:cs typeface="Inter"/>
              <a:sym typeface="Inter"/>
            </a:endParaRPr>
          </a:p>
        </p:txBody>
      </p:sp>
      <p:sp>
        <p:nvSpPr>
          <p:cNvPr id="114" name="Google Shape;114;g2b8030a1825_0_155"/>
          <p:cNvSpPr/>
          <p:nvPr/>
        </p:nvSpPr>
        <p:spPr>
          <a:xfrm>
            <a:off x="293250" y="1974950"/>
            <a:ext cx="1068000" cy="240900"/>
          </a:xfrm>
          <a:prstGeom prst="roundRect">
            <a:avLst>
              <a:gd fmla="val 22410" name="adj"/>
            </a:avLst>
          </a:prstGeom>
          <a:solidFill>
            <a:srgbClr val="ED1E44"/>
          </a:solid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Fredoka"/>
                <a:ea typeface="Fredoka"/>
                <a:cs typeface="Fredoka"/>
                <a:sym typeface="Fredoka"/>
              </a:rPr>
              <a:t>David, 45</a:t>
            </a:r>
            <a:endParaRPr>
              <a:solidFill>
                <a:srgbClr val="FFFFFF"/>
              </a:solidFill>
              <a:latin typeface="Fredoka"/>
              <a:ea typeface="Fredoka"/>
              <a:cs typeface="Fredoka"/>
              <a:sym typeface="Fredoka"/>
            </a:endParaRPr>
          </a:p>
        </p:txBody>
      </p:sp>
      <p:sp>
        <p:nvSpPr>
          <p:cNvPr id="115" name="Google Shape;115;g2b8030a1825_0_155"/>
          <p:cNvSpPr/>
          <p:nvPr/>
        </p:nvSpPr>
        <p:spPr>
          <a:xfrm>
            <a:off x="293250" y="3183225"/>
            <a:ext cx="8557500" cy="665400"/>
          </a:xfrm>
          <a:prstGeom prst="roundRect">
            <a:avLst>
              <a:gd fmla="val 16667" name="adj"/>
            </a:avLst>
          </a:prstGeom>
          <a:no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Inter"/>
                <a:ea typeface="Inter"/>
                <a:cs typeface="Inter"/>
                <a:sym typeface="Inter"/>
              </a:rPr>
              <a:t>Alex, 45,   </a:t>
            </a:r>
            <a:r>
              <a:rPr lang="en" sz="1300">
                <a:solidFill>
                  <a:srgbClr val="9E9E9E"/>
                </a:solidFill>
                <a:latin typeface="Inter"/>
                <a:ea typeface="Inter"/>
                <a:cs typeface="Inter"/>
                <a:sym typeface="Inter"/>
              </a:rPr>
              <a:t>is on a business trip to Rome. During his downtime, he enjoys immersing himself in the local culture and history. Luckily, a pocket tour about ancient Roman civilization provides him with valuable insights as he strolls through the city's historic streets.</a:t>
            </a:r>
            <a:endParaRPr sz="1300">
              <a:solidFill>
                <a:srgbClr val="9E9E9E"/>
              </a:solidFill>
              <a:latin typeface="Inter"/>
              <a:ea typeface="Inter"/>
              <a:cs typeface="Inter"/>
              <a:sym typeface="Inter"/>
            </a:endParaRPr>
          </a:p>
        </p:txBody>
      </p:sp>
      <p:sp>
        <p:nvSpPr>
          <p:cNvPr id="116" name="Google Shape;116;g2b8030a1825_0_155"/>
          <p:cNvSpPr/>
          <p:nvPr/>
        </p:nvSpPr>
        <p:spPr>
          <a:xfrm>
            <a:off x="293250" y="3974825"/>
            <a:ext cx="8557500" cy="665400"/>
          </a:xfrm>
          <a:prstGeom prst="roundRect">
            <a:avLst>
              <a:gd fmla="val 16667" name="adj"/>
            </a:avLst>
          </a:prstGeom>
          <a:no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latin typeface="Inter"/>
                <a:ea typeface="Inter"/>
                <a:cs typeface="Inter"/>
                <a:sym typeface="Inter"/>
              </a:rPr>
              <a:t>                      </a:t>
            </a:r>
            <a:r>
              <a:rPr lang="en" sz="1300">
                <a:solidFill>
                  <a:srgbClr val="9E9E9E"/>
                </a:solidFill>
                <a:latin typeface="Inter"/>
                <a:ea typeface="Inter"/>
                <a:cs typeface="Inter"/>
                <a:sym typeface="Inter"/>
              </a:rPr>
              <a:t>is a travel enthusiast who recently arrived in Tokyo for a vacation. </a:t>
            </a:r>
            <a:endParaRPr sz="1300">
              <a:solidFill>
                <a:srgbClr val="9E9E9E"/>
              </a:solidFill>
              <a:latin typeface="Inter"/>
              <a:ea typeface="Inter"/>
              <a:cs typeface="Inter"/>
              <a:sym typeface="Inter"/>
            </a:endParaRPr>
          </a:p>
          <a:p>
            <a:pPr indent="0" lvl="0" marL="0" rtl="0" algn="ctr">
              <a:spcBef>
                <a:spcPts val="0"/>
              </a:spcBef>
              <a:spcAft>
                <a:spcPts val="0"/>
              </a:spcAft>
              <a:buNone/>
            </a:pPr>
            <a:r>
              <a:rPr lang="en" sz="1300">
                <a:solidFill>
                  <a:srgbClr val="9E9E9E"/>
                </a:solidFill>
                <a:latin typeface="Inter"/>
                <a:ea typeface="Inter"/>
                <a:cs typeface="Inter"/>
                <a:sym typeface="Inter"/>
              </a:rPr>
              <a:t>She's always been fascinated by Japanese history and culture, and she's eager to explore the city while learning about its rich historical background through a bunch of pocket tours made by locals.</a:t>
            </a:r>
            <a:endParaRPr sz="1300">
              <a:solidFill>
                <a:srgbClr val="9E9E9E"/>
              </a:solidFill>
              <a:latin typeface="Inter"/>
              <a:ea typeface="Inter"/>
              <a:cs typeface="Inter"/>
              <a:sym typeface="Inter"/>
            </a:endParaRPr>
          </a:p>
        </p:txBody>
      </p:sp>
      <p:sp>
        <p:nvSpPr>
          <p:cNvPr id="117" name="Google Shape;117;g2b8030a1825_0_155"/>
          <p:cNvSpPr/>
          <p:nvPr/>
        </p:nvSpPr>
        <p:spPr>
          <a:xfrm>
            <a:off x="293250" y="3183225"/>
            <a:ext cx="1068000" cy="240900"/>
          </a:xfrm>
          <a:prstGeom prst="roundRect">
            <a:avLst>
              <a:gd fmla="val 22410" name="adj"/>
            </a:avLst>
          </a:prstGeom>
          <a:solidFill>
            <a:srgbClr val="ED1E44"/>
          </a:solid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Fredoka"/>
                <a:ea typeface="Fredoka"/>
                <a:cs typeface="Fredoka"/>
                <a:sym typeface="Fredoka"/>
              </a:rPr>
              <a:t>Alex, 37</a:t>
            </a:r>
            <a:endParaRPr>
              <a:solidFill>
                <a:srgbClr val="FFFFFF"/>
              </a:solidFill>
              <a:latin typeface="Fredoka"/>
              <a:ea typeface="Fredoka"/>
              <a:cs typeface="Fredoka"/>
              <a:sym typeface="Fredoka"/>
            </a:endParaRPr>
          </a:p>
        </p:txBody>
      </p:sp>
      <p:sp>
        <p:nvSpPr>
          <p:cNvPr id="118" name="Google Shape;118;g2b8030a1825_0_155"/>
          <p:cNvSpPr/>
          <p:nvPr/>
        </p:nvSpPr>
        <p:spPr>
          <a:xfrm>
            <a:off x="293250" y="3974825"/>
            <a:ext cx="1068000" cy="240900"/>
          </a:xfrm>
          <a:prstGeom prst="roundRect">
            <a:avLst>
              <a:gd fmla="val 22410" name="adj"/>
            </a:avLst>
          </a:prstGeom>
          <a:solidFill>
            <a:srgbClr val="ED1E44"/>
          </a:solidFill>
          <a:ln cap="flat" cmpd="sng" w="19050">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Fredoka"/>
                <a:ea typeface="Fredoka"/>
                <a:cs typeface="Fredoka"/>
                <a:sym typeface="Fredoka"/>
              </a:rPr>
              <a:t>Emma, 28</a:t>
            </a:r>
            <a:endParaRPr>
              <a:solidFill>
                <a:srgbClr val="FFFFFF"/>
              </a:solidFill>
              <a:latin typeface="Fredoka"/>
              <a:ea typeface="Fredoka"/>
              <a:cs typeface="Fredoka"/>
              <a:sym typeface="Fredoka"/>
            </a:endParaRPr>
          </a:p>
        </p:txBody>
      </p:sp>
      <p:sp>
        <p:nvSpPr>
          <p:cNvPr id="119" name="Google Shape;119;g2b8030a1825_0_155"/>
          <p:cNvSpPr txBox="1"/>
          <p:nvPr/>
        </p:nvSpPr>
        <p:spPr>
          <a:xfrm>
            <a:off x="0" y="644238"/>
            <a:ext cx="9144000" cy="569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lang="en" sz="2500">
                <a:solidFill>
                  <a:schemeClr val="dk2"/>
                </a:solidFill>
                <a:latin typeface="Inter"/>
                <a:ea typeface="Inter"/>
                <a:cs typeface="Inter"/>
                <a:sym typeface="Inter"/>
              </a:rPr>
              <a:t>The </a:t>
            </a:r>
            <a:r>
              <a:rPr b="1" lang="en" sz="2500">
                <a:solidFill>
                  <a:srgbClr val="ED1E44"/>
                </a:solidFill>
                <a:latin typeface="Inter"/>
                <a:ea typeface="Inter"/>
                <a:cs typeface="Inter"/>
                <a:sym typeface="Inter"/>
              </a:rPr>
              <a:t>Guides</a:t>
            </a:r>
            <a:endParaRPr b="1" i="0" sz="2500" u="none" cap="none" strike="noStrike">
              <a:solidFill>
                <a:srgbClr val="ED1E44"/>
              </a:solidFill>
              <a:latin typeface="Inter"/>
              <a:ea typeface="Inter"/>
              <a:cs typeface="Inter"/>
              <a:sym typeface="Inter"/>
            </a:endParaRPr>
          </a:p>
        </p:txBody>
      </p:sp>
      <p:sp>
        <p:nvSpPr>
          <p:cNvPr id="120" name="Google Shape;120;g2b8030a1825_0_155"/>
          <p:cNvSpPr txBox="1"/>
          <p:nvPr/>
        </p:nvSpPr>
        <p:spPr>
          <a:xfrm>
            <a:off x="0" y="2627075"/>
            <a:ext cx="9144000" cy="569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lang="en" sz="2500">
                <a:solidFill>
                  <a:schemeClr val="dk2"/>
                </a:solidFill>
                <a:latin typeface="Inter"/>
                <a:ea typeface="Inter"/>
                <a:cs typeface="Inter"/>
                <a:sym typeface="Inter"/>
              </a:rPr>
              <a:t>The </a:t>
            </a:r>
            <a:r>
              <a:rPr b="1" lang="en" sz="2500">
                <a:solidFill>
                  <a:srgbClr val="ED1E44"/>
                </a:solidFill>
                <a:latin typeface="Inter"/>
                <a:ea typeface="Inter"/>
                <a:cs typeface="Inter"/>
                <a:sym typeface="Inter"/>
              </a:rPr>
              <a:t>Tourists</a:t>
            </a:r>
            <a:endParaRPr b="1" i="0" sz="2500" u="none" cap="none" strike="noStrike">
              <a:solidFill>
                <a:srgbClr val="ED1E44"/>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2c713b5e9ed_0_126"/>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pockettours.com</a:t>
            </a:r>
            <a:endParaRPr b="0" i="0" sz="1100" u="none" cap="none" strike="noStrike">
              <a:solidFill>
                <a:srgbClr val="999999"/>
              </a:solidFill>
              <a:latin typeface="Fredoka"/>
              <a:ea typeface="Fredoka"/>
              <a:cs typeface="Fredoka"/>
              <a:sym typeface="Fredoka"/>
            </a:endParaRPr>
          </a:p>
        </p:txBody>
      </p:sp>
      <p:sp>
        <p:nvSpPr>
          <p:cNvPr id="126" name="Google Shape;126;g2c713b5e9ed_0_126"/>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@2024</a:t>
            </a:r>
            <a:endParaRPr b="0" i="0" sz="1100" u="none" cap="none" strike="noStrike">
              <a:solidFill>
                <a:srgbClr val="999999"/>
              </a:solidFill>
              <a:latin typeface="Fredoka"/>
              <a:ea typeface="Fredoka"/>
              <a:cs typeface="Fredoka"/>
              <a:sym typeface="Fredoka"/>
            </a:endParaRPr>
          </a:p>
        </p:txBody>
      </p:sp>
      <p:sp>
        <p:nvSpPr>
          <p:cNvPr id="127" name="Google Shape;127;g2c713b5e9ed_0_126"/>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city tours in your pocket</a:t>
            </a:r>
            <a:endParaRPr b="0" i="0" sz="1100" u="none" cap="none" strike="noStrike">
              <a:solidFill>
                <a:srgbClr val="999999"/>
              </a:solidFill>
              <a:latin typeface="Fredoka"/>
              <a:ea typeface="Fredoka"/>
              <a:cs typeface="Fredoka"/>
              <a:sym typeface="Fredoka"/>
            </a:endParaRPr>
          </a:p>
        </p:txBody>
      </p:sp>
      <p:cxnSp>
        <p:nvCxnSpPr>
          <p:cNvPr id="128" name="Google Shape;128;g2c713b5e9ed_0_126"/>
          <p:cNvCxnSpPr/>
          <p:nvPr/>
        </p:nvCxnSpPr>
        <p:spPr>
          <a:xfrm rot="10800000">
            <a:off x="968400" y="270025"/>
            <a:ext cx="8175600" cy="4800"/>
          </a:xfrm>
          <a:prstGeom prst="straightConnector1">
            <a:avLst/>
          </a:prstGeom>
          <a:noFill/>
          <a:ln cap="flat" cmpd="sng" w="28575">
            <a:solidFill>
              <a:srgbClr val="ED1E44"/>
            </a:solidFill>
            <a:prstDash val="solid"/>
            <a:round/>
            <a:headEnd len="sm" w="sm" type="none"/>
            <a:tailEnd len="sm" w="sm" type="none"/>
          </a:ln>
        </p:spPr>
      </p:cxnSp>
      <p:pic>
        <p:nvPicPr>
          <p:cNvPr id="129" name="Google Shape;129;g2c713b5e9ed_0_126"/>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130" name="Google Shape;130;g2c713b5e9ed_0_126"/>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1" name="Google Shape;131;g2c713b5e9ed_0_126"/>
          <p:cNvSpPr/>
          <p:nvPr/>
        </p:nvSpPr>
        <p:spPr>
          <a:xfrm>
            <a:off x="858750" y="260350"/>
            <a:ext cx="22452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lt1"/>
                </a:solidFill>
                <a:latin typeface="Fredoka Medium"/>
                <a:ea typeface="Fredoka Medium"/>
                <a:cs typeface="Fredoka Medium"/>
                <a:sym typeface="Fredoka Medium"/>
              </a:rPr>
              <a:t>Value proposition</a:t>
            </a:r>
            <a:endParaRPr b="0" i="0" sz="1400" u="none" cap="none" strike="noStrike">
              <a:solidFill>
                <a:schemeClr val="lt1"/>
              </a:solidFill>
              <a:latin typeface="Fredoka Medium"/>
              <a:ea typeface="Fredoka Medium"/>
              <a:cs typeface="Fredoka Medium"/>
              <a:sym typeface="Fredoka Medium"/>
            </a:endParaRPr>
          </a:p>
        </p:txBody>
      </p:sp>
      <p:sp>
        <p:nvSpPr>
          <p:cNvPr id="132" name="Google Shape;132;g2c713b5e9ed_0_126"/>
          <p:cNvSpPr txBox="1"/>
          <p:nvPr/>
        </p:nvSpPr>
        <p:spPr>
          <a:xfrm>
            <a:off x="963300" y="1311275"/>
            <a:ext cx="7217400" cy="207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latin typeface="Inter"/>
              <a:ea typeface="Inter"/>
              <a:cs typeface="Inter"/>
              <a:sym typeface="Inter"/>
            </a:endParaRPr>
          </a:p>
          <a:p>
            <a:pPr indent="0" lvl="0" marL="0" rtl="0" algn="ctr">
              <a:spcBef>
                <a:spcPts val="0"/>
              </a:spcBef>
              <a:spcAft>
                <a:spcPts val="0"/>
              </a:spcAft>
              <a:buNone/>
            </a:pPr>
            <a:r>
              <a:rPr b="1" lang="en" sz="2100">
                <a:solidFill>
                  <a:srgbClr val="ED1E44"/>
                </a:solidFill>
                <a:latin typeface="Inter"/>
                <a:ea typeface="Inter"/>
                <a:cs typeface="Inter"/>
                <a:sym typeface="Inter"/>
              </a:rPr>
              <a:t>Pocket Tours</a:t>
            </a:r>
            <a:r>
              <a:rPr b="1" lang="en" sz="2100">
                <a:solidFill>
                  <a:schemeClr val="dk2"/>
                </a:solidFill>
                <a:latin typeface="Inter"/>
                <a:ea typeface="Inter"/>
                <a:cs typeface="Inter"/>
                <a:sym typeface="Inter"/>
              </a:rPr>
              <a:t> stands out by allowing anyone to create tours for the app. </a:t>
            </a:r>
            <a:endParaRPr b="1" sz="2100">
              <a:solidFill>
                <a:schemeClr val="dk2"/>
              </a:solidFill>
              <a:latin typeface="Inter"/>
              <a:ea typeface="Inter"/>
              <a:cs typeface="Inter"/>
              <a:sym typeface="Inter"/>
            </a:endParaRPr>
          </a:p>
          <a:p>
            <a:pPr indent="0" lvl="0" marL="0" rtl="0" algn="ctr">
              <a:spcBef>
                <a:spcPts val="0"/>
              </a:spcBef>
              <a:spcAft>
                <a:spcPts val="0"/>
              </a:spcAft>
              <a:buNone/>
            </a:pPr>
            <a:r>
              <a:rPr b="1" lang="en" sz="2100">
                <a:solidFill>
                  <a:schemeClr val="dk2"/>
                </a:solidFill>
                <a:latin typeface="Inter"/>
                <a:ea typeface="Inter"/>
                <a:cs typeface="Inter"/>
                <a:sym typeface="Inter"/>
              </a:rPr>
              <a:t>This </a:t>
            </a:r>
            <a:r>
              <a:rPr b="1" lang="en" sz="2100">
                <a:solidFill>
                  <a:schemeClr val="dk2"/>
                </a:solidFill>
                <a:latin typeface="Inter"/>
                <a:ea typeface="Inter"/>
                <a:cs typeface="Inter"/>
                <a:sym typeface="Inter"/>
              </a:rPr>
              <a:t>fosters a vibrant </a:t>
            </a:r>
            <a:r>
              <a:rPr b="1" lang="en" sz="2100">
                <a:solidFill>
                  <a:srgbClr val="ED1E44"/>
                </a:solidFill>
                <a:latin typeface="Inter"/>
                <a:ea typeface="Inter"/>
                <a:cs typeface="Inter"/>
                <a:sym typeface="Inter"/>
              </a:rPr>
              <a:t>community-driven</a:t>
            </a:r>
            <a:r>
              <a:rPr b="1" lang="en" sz="2100">
                <a:solidFill>
                  <a:schemeClr val="dk2"/>
                </a:solidFill>
                <a:latin typeface="Inter"/>
                <a:ea typeface="Inter"/>
                <a:cs typeface="Inter"/>
                <a:sym typeface="Inter"/>
              </a:rPr>
              <a:t> ecosystem, </a:t>
            </a:r>
            <a:r>
              <a:rPr b="1" lang="en" sz="2100">
                <a:solidFill>
                  <a:schemeClr val="dk2"/>
                </a:solidFill>
                <a:latin typeface="Inter"/>
                <a:ea typeface="Inter"/>
                <a:cs typeface="Inter"/>
                <a:sym typeface="Inter"/>
              </a:rPr>
              <a:t>offering a wide variety of perspectives, </a:t>
            </a:r>
            <a:r>
              <a:rPr b="1" lang="en" sz="2100">
                <a:solidFill>
                  <a:schemeClr val="dk2"/>
                </a:solidFill>
                <a:latin typeface="Inter"/>
                <a:ea typeface="Inter"/>
                <a:cs typeface="Inter"/>
                <a:sym typeface="Inter"/>
              </a:rPr>
              <a:t>ensuring an engaging </a:t>
            </a:r>
            <a:r>
              <a:rPr b="1" lang="en" sz="2100">
                <a:solidFill>
                  <a:srgbClr val="ED1E44"/>
                </a:solidFill>
                <a:latin typeface="Inter"/>
                <a:ea typeface="Inter"/>
                <a:cs typeface="Inter"/>
                <a:sym typeface="Inter"/>
              </a:rPr>
              <a:t>limitless</a:t>
            </a:r>
            <a:r>
              <a:rPr b="1" lang="en" sz="2100">
                <a:solidFill>
                  <a:schemeClr val="dk2"/>
                </a:solidFill>
                <a:latin typeface="Inter"/>
                <a:ea typeface="Inter"/>
                <a:cs typeface="Inter"/>
                <a:sym typeface="Inter"/>
              </a:rPr>
              <a:t> dynamic experience for everyone.</a:t>
            </a:r>
            <a:endParaRPr b="1" sz="2100">
              <a:solidFill>
                <a:schemeClr val="dk2"/>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2b917c9f072_0_194"/>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pockettours.com</a:t>
            </a:r>
            <a:endParaRPr b="0" i="0" sz="1100" u="none" cap="none" strike="noStrike">
              <a:solidFill>
                <a:srgbClr val="999999"/>
              </a:solidFill>
              <a:latin typeface="Fredoka"/>
              <a:ea typeface="Fredoka"/>
              <a:cs typeface="Fredoka"/>
              <a:sym typeface="Fredoka"/>
            </a:endParaRPr>
          </a:p>
        </p:txBody>
      </p:sp>
      <p:sp>
        <p:nvSpPr>
          <p:cNvPr id="138" name="Google Shape;138;g2b917c9f072_0_194"/>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@2024</a:t>
            </a:r>
            <a:endParaRPr b="0" i="0" sz="1100" u="none" cap="none" strike="noStrike">
              <a:solidFill>
                <a:srgbClr val="999999"/>
              </a:solidFill>
              <a:latin typeface="Fredoka"/>
              <a:ea typeface="Fredoka"/>
              <a:cs typeface="Fredoka"/>
              <a:sym typeface="Fredoka"/>
            </a:endParaRPr>
          </a:p>
        </p:txBody>
      </p:sp>
      <p:sp>
        <p:nvSpPr>
          <p:cNvPr id="139" name="Google Shape;139;g2b917c9f072_0_194"/>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city tours in your pocket</a:t>
            </a:r>
            <a:endParaRPr b="0" i="0" sz="1100" u="none" cap="none" strike="noStrike">
              <a:solidFill>
                <a:srgbClr val="999999"/>
              </a:solidFill>
              <a:latin typeface="Fredoka"/>
              <a:ea typeface="Fredoka"/>
              <a:cs typeface="Fredoka"/>
              <a:sym typeface="Fredoka"/>
            </a:endParaRPr>
          </a:p>
        </p:txBody>
      </p:sp>
      <p:cxnSp>
        <p:nvCxnSpPr>
          <p:cNvPr id="140" name="Google Shape;140;g2b917c9f072_0_194"/>
          <p:cNvCxnSpPr/>
          <p:nvPr/>
        </p:nvCxnSpPr>
        <p:spPr>
          <a:xfrm rot="10800000">
            <a:off x="968400" y="270025"/>
            <a:ext cx="8175600" cy="4800"/>
          </a:xfrm>
          <a:prstGeom prst="straightConnector1">
            <a:avLst/>
          </a:prstGeom>
          <a:noFill/>
          <a:ln cap="flat" cmpd="sng" w="28575">
            <a:solidFill>
              <a:srgbClr val="ED1E44"/>
            </a:solidFill>
            <a:prstDash val="solid"/>
            <a:round/>
            <a:headEnd len="sm" w="sm" type="none"/>
            <a:tailEnd len="sm" w="sm" type="none"/>
          </a:ln>
        </p:spPr>
      </p:cxnSp>
      <p:pic>
        <p:nvPicPr>
          <p:cNvPr id="141" name="Google Shape;141;g2b917c9f072_0_194"/>
          <p:cNvPicPr preferRelativeResize="0"/>
          <p:nvPr/>
        </p:nvPicPr>
        <p:blipFill rotWithShape="1">
          <a:blip r:embed="rId3">
            <a:alphaModFix/>
          </a:blip>
          <a:srcRect b="44952" l="23629" r="28116" t="0"/>
          <a:stretch/>
        </p:blipFill>
        <p:spPr>
          <a:xfrm>
            <a:off x="235225" y="181550"/>
            <a:ext cx="572326" cy="551551"/>
          </a:xfrm>
          <a:prstGeom prst="rect">
            <a:avLst/>
          </a:prstGeom>
          <a:noFill/>
          <a:ln>
            <a:noFill/>
          </a:ln>
        </p:spPr>
      </p:pic>
      <p:sp>
        <p:nvSpPr>
          <p:cNvPr id="142" name="Google Shape;142;g2b917c9f072_0_194"/>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43" name="Google Shape;143;g2b917c9f072_0_194"/>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lt1"/>
                </a:solidFill>
                <a:latin typeface="Fredoka Medium"/>
                <a:ea typeface="Fredoka Medium"/>
                <a:cs typeface="Fredoka Medium"/>
                <a:sym typeface="Fredoka Medium"/>
              </a:rPr>
              <a:t>Business Model</a:t>
            </a:r>
            <a:endParaRPr b="0" i="0" sz="1400" u="none" cap="none" strike="noStrike">
              <a:solidFill>
                <a:schemeClr val="lt1"/>
              </a:solidFill>
              <a:latin typeface="Fredoka Medium"/>
              <a:ea typeface="Fredoka Medium"/>
              <a:cs typeface="Fredoka Medium"/>
              <a:sym typeface="Fredoka Medium"/>
            </a:endParaRPr>
          </a:p>
        </p:txBody>
      </p:sp>
      <p:graphicFrame>
        <p:nvGraphicFramePr>
          <p:cNvPr id="144" name="Google Shape;144;g2b917c9f072_0_194"/>
          <p:cNvGraphicFramePr/>
          <p:nvPr/>
        </p:nvGraphicFramePr>
        <p:xfrm>
          <a:off x="235225" y="827675"/>
          <a:ext cx="3000000" cy="3000000"/>
        </p:xfrm>
        <a:graphic>
          <a:graphicData uri="http://schemas.openxmlformats.org/drawingml/2006/table">
            <a:tbl>
              <a:tblPr>
                <a:noFill/>
                <a:tableStyleId>{54ED5A60-D8BC-40ED-8256-8D175FFB6D86}</a:tableStyleId>
              </a:tblPr>
              <a:tblGrid>
                <a:gridCol w="2398150"/>
                <a:gridCol w="4221275"/>
                <a:gridCol w="2185875"/>
              </a:tblGrid>
              <a:tr h="1518800">
                <a:tc>
                  <a:txBody>
                    <a:bodyPr/>
                    <a:lstStyle/>
                    <a:p>
                      <a:pPr indent="0" lvl="0" marL="0" rtl="0" algn="ctr">
                        <a:spcBef>
                          <a:spcPts val="0"/>
                        </a:spcBef>
                        <a:spcAft>
                          <a:spcPts val="0"/>
                        </a:spcAft>
                        <a:buClr>
                          <a:srgbClr val="000000"/>
                        </a:buClr>
                        <a:buSzPts val="6200"/>
                        <a:buFont typeface="Arial"/>
                        <a:buNone/>
                      </a:pPr>
                      <a:r>
                        <a:rPr b="1" lang="en" sz="3000">
                          <a:solidFill>
                            <a:srgbClr val="ED1E44"/>
                          </a:solidFill>
                          <a:latin typeface="Inter"/>
                          <a:ea typeface="Inter"/>
                          <a:cs typeface="Inter"/>
                          <a:sym typeface="Inter"/>
                        </a:rPr>
                        <a:t>Guides</a:t>
                      </a:r>
                      <a:endParaRPr sz="3000"/>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just">
                        <a:spcBef>
                          <a:spcPts val="0"/>
                        </a:spcBef>
                        <a:spcAft>
                          <a:spcPts val="0"/>
                        </a:spcAft>
                        <a:buNone/>
                      </a:pPr>
                      <a:r>
                        <a:rPr lang="en">
                          <a:solidFill>
                            <a:srgbClr val="9E9E9E"/>
                          </a:solidFill>
                          <a:latin typeface="Inter"/>
                          <a:ea typeface="Inter"/>
                          <a:cs typeface="Inter"/>
                          <a:sym typeface="Inter"/>
                        </a:rPr>
                        <a:t>Post a tour: Pick a category (history, culture, interactive, museums, treasure hunts, night walks…); description, map path; audio file; recommendations (souvenirs, food, monuments, other tours…); set a price and…</a:t>
                      </a:r>
                      <a:endParaRPr>
                        <a:solidFill>
                          <a:srgbClr val="9E9E9E"/>
                        </a:solidFill>
                        <a:latin typeface="Inter"/>
                        <a:ea typeface="Inter"/>
                        <a:cs typeface="Inter"/>
                        <a:sym typeface="Inter"/>
                      </a:endParaRPr>
                    </a:p>
                    <a:p>
                      <a:pPr indent="0" lvl="0" marL="0" rtl="0" algn="just">
                        <a:spcBef>
                          <a:spcPts val="0"/>
                        </a:spcBef>
                        <a:spcAft>
                          <a:spcPts val="0"/>
                        </a:spcAft>
                        <a:buNone/>
                      </a:pPr>
                      <a:r>
                        <a:rPr b="1" lang="en">
                          <a:solidFill>
                            <a:srgbClr val="999999"/>
                          </a:solidFill>
                          <a:latin typeface="Inter"/>
                          <a:ea typeface="Inter"/>
                          <a:cs typeface="Inter"/>
                          <a:sym typeface="Inter"/>
                        </a:rPr>
                        <a:t>MARKETIZE THEIR OWN TOURS</a:t>
                      </a:r>
                      <a:endParaRPr b="1">
                        <a:solidFill>
                          <a:srgbClr val="9999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2800">
                          <a:solidFill>
                            <a:srgbClr val="ED1E44"/>
                          </a:solidFill>
                          <a:latin typeface="Inter"/>
                          <a:ea typeface="Inter"/>
                          <a:cs typeface="Inter"/>
                          <a:sym typeface="Inter"/>
                        </a:rPr>
                        <a:t>We get </a:t>
                      </a:r>
                      <a:r>
                        <a:rPr b="1" lang="en" sz="3000">
                          <a:solidFill>
                            <a:srgbClr val="ED1E44"/>
                          </a:solidFill>
                          <a:latin typeface="Inter"/>
                          <a:ea typeface="Inter"/>
                          <a:cs typeface="Inter"/>
                          <a:sym typeface="Inter"/>
                        </a:rPr>
                        <a:t>20%</a:t>
                      </a:r>
                      <a:endParaRPr b="1" sz="3000">
                        <a:solidFill>
                          <a:srgbClr val="ED1E44"/>
                        </a:solidFill>
                        <a:latin typeface="Inter"/>
                        <a:ea typeface="Inter"/>
                        <a:cs typeface="Inter"/>
                        <a:sym typeface="Inter"/>
                      </a:endParaRPr>
                    </a:p>
                    <a:p>
                      <a:pPr indent="0" lvl="0" marL="0" rtl="0" algn="ctr">
                        <a:spcBef>
                          <a:spcPts val="0"/>
                        </a:spcBef>
                        <a:spcAft>
                          <a:spcPts val="0"/>
                        </a:spcAft>
                        <a:buNone/>
                      </a:pPr>
                      <a:r>
                        <a:rPr b="1" lang="en" sz="1500">
                          <a:solidFill>
                            <a:srgbClr val="999999"/>
                          </a:solidFill>
                          <a:latin typeface="Inter"/>
                          <a:ea typeface="Inter"/>
                          <a:cs typeface="Inter"/>
                          <a:sym typeface="Inter"/>
                        </a:rPr>
                        <a:t>Out of every tour sold</a:t>
                      </a:r>
                      <a:endParaRPr>
                        <a:solidFill>
                          <a:srgbClr val="9E9E9E"/>
                        </a:solidFill>
                        <a:latin typeface="Inter"/>
                        <a:ea typeface="Inter"/>
                        <a:cs typeface="Inter"/>
                        <a:sym typeface="Inte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1430125">
                <a:tc>
                  <a:txBody>
                    <a:bodyPr/>
                    <a:lstStyle/>
                    <a:p>
                      <a:pPr indent="0" lvl="0" marL="0" rtl="0" algn="ctr">
                        <a:spcBef>
                          <a:spcPts val="0"/>
                        </a:spcBef>
                        <a:spcAft>
                          <a:spcPts val="0"/>
                        </a:spcAft>
                        <a:buClr>
                          <a:srgbClr val="000000"/>
                        </a:buClr>
                        <a:buSzPts val="6200"/>
                        <a:buFont typeface="Arial"/>
                        <a:buNone/>
                      </a:pPr>
                      <a:r>
                        <a:rPr b="1" lang="en" sz="3000">
                          <a:solidFill>
                            <a:srgbClr val="ED1E44"/>
                          </a:solidFill>
                          <a:latin typeface="Inter"/>
                          <a:ea typeface="Inter"/>
                          <a:cs typeface="Inter"/>
                          <a:sym typeface="Inter"/>
                        </a:rPr>
                        <a:t>Tourists</a:t>
                      </a:r>
                      <a:endParaRPr sz="3000"/>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just">
                        <a:spcBef>
                          <a:spcPts val="0"/>
                        </a:spcBef>
                        <a:spcAft>
                          <a:spcPts val="0"/>
                        </a:spcAft>
                        <a:buNone/>
                      </a:pPr>
                      <a:r>
                        <a:rPr lang="en">
                          <a:solidFill>
                            <a:srgbClr val="9E9E9E"/>
                          </a:solidFill>
                          <a:latin typeface="Inter"/>
                          <a:ea typeface="Inter"/>
                          <a:cs typeface="Inter"/>
                          <a:sym typeface="Inter"/>
                        </a:rPr>
                        <a:t>Use the simplest version of the app for free with advertisements. Can also subscribe to a premium version to remove ads and gain access to better features such as: offline listening, guaranteed better sound quality, and access to discounts.</a:t>
                      </a:r>
                      <a:endParaRPr>
                        <a:solidFill>
                          <a:srgbClr val="9E9E9E"/>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999999"/>
                          </a:solidFill>
                          <a:latin typeface="Inter"/>
                          <a:ea typeface="Inter"/>
                          <a:cs typeface="Inter"/>
                          <a:sym typeface="Inter"/>
                        </a:rPr>
                        <a:t>For only</a:t>
                      </a:r>
                      <a:endParaRPr b="1" sz="1300">
                        <a:solidFill>
                          <a:srgbClr val="999999"/>
                        </a:solidFill>
                        <a:latin typeface="Inter"/>
                        <a:ea typeface="Inter"/>
                        <a:cs typeface="Inter"/>
                        <a:sym typeface="Inter"/>
                      </a:endParaRPr>
                    </a:p>
                    <a:p>
                      <a:pPr indent="0" lvl="0" marL="0" rtl="0" algn="ctr">
                        <a:spcBef>
                          <a:spcPts val="0"/>
                        </a:spcBef>
                        <a:spcAft>
                          <a:spcPts val="0"/>
                        </a:spcAft>
                        <a:buNone/>
                      </a:pPr>
                      <a:r>
                        <a:rPr b="1" lang="en" sz="2600">
                          <a:solidFill>
                            <a:srgbClr val="ED1E44"/>
                          </a:solidFill>
                          <a:latin typeface="Inter"/>
                          <a:ea typeface="Inter"/>
                          <a:cs typeface="Inter"/>
                          <a:sym typeface="Inter"/>
                        </a:rPr>
                        <a:t>12$ a year</a:t>
                      </a:r>
                      <a:endParaRPr sz="1200">
                        <a:solidFill>
                          <a:srgbClr val="9E9E9E"/>
                        </a:solidFill>
                        <a:latin typeface="Inter"/>
                        <a:ea typeface="Inter"/>
                        <a:cs typeface="Inter"/>
                        <a:sym typeface="Inte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77925">
                <a:tc>
                  <a:txBody>
                    <a:bodyPr/>
                    <a:lstStyle/>
                    <a:p>
                      <a:pPr indent="0" lvl="0" marL="0" rtl="0" algn="ctr">
                        <a:spcBef>
                          <a:spcPts val="0"/>
                        </a:spcBef>
                        <a:spcAft>
                          <a:spcPts val="0"/>
                        </a:spcAft>
                        <a:buClr>
                          <a:srgbClr val="000000"/>
                        </a:buClr>
                        <a:buSzPts val="6200"/>
                        <a:buFont typeface="Arial"/>
                        <a:buNone/>
                      </a:pPr>
                      <a:r>
                        <a:rPr b="1" lang="en" sz="3000">
                          <a:solidFill>
                            <a:srgbClr val="ED1E44"/>
                          </a:solidFill>
                          <a:latin typeface="Inter"/>
                          <a:ea typeface="Inter"/>
                          <a:cs typeface="Inter"/>
                          <a:sym typeface="Inter"/>
                        </a:rPr>
                        <a:t>Advertisers</a:t>
                      </a:r>
                      <a:endParaRPr sz="3000"/>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just">
                        <a:spcBef>
                          <a:spcPts val="0"/>
                        </a:spcBef>
                        <a:spcAft>
                          <a:spcPts val="0"/>
                        </a:spcAft>
                        <a:buNone/>
                      </a:pPr>
                      <a:r>
                        <a:rPr lang="en">
                          <a:solidFill>
                            <a:srgbClr val="9E9E9E"/>
                          </a:solidFill>
                          <a:latin typeface="Inter"/>
                          <a:ea typeface="Inter"/>
                          <a:cs typeface="Inter"/>
                          <a:sym typeface="Inter"/>
                        </a:rPr>
                        <a:t>Pay to advertise in the app and also specifically during the audio of the tours.</a:t>
                      </a:r>
                      <a:endParaRPr>
                        <a:solidFill>
                          <a:srgbClr val="9E9E9E"/>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2600">
                          <a:solidFill>
                            <a:srgbClr val="ED1E44"/>
                          </a:solidFill>
                          <a:latin typeface="Inter"/>
                          <a:ea typeface="Inter"/>
                          <a:cs typeface="Inter"/>
                          <a:sym typeface="Inter"/>
                        </a:rPr>
                        <a:t>Unlimited</a:t>
                      </a:r>
                      <a:r>
                        <a:rPr b="1" lang="en" sz="1300">
                          <a:solidFill>
                            <a:srgbClr val="999999"/>
                          </a:solidFill>
                          <a:latin typeface="Inter"/>
                          <a:ea typeface="Inter"/>
                          <a:cs typeface="Inter"/>
                          <a:sym typeface="Inter"/>
                        </a:rPr>
                        <a:t> </a:t>
                      </a:r>
                      <a:r>
                        <a:rPr b="1" lang="en" sz="1300">
                          <a:solidFill>
                            <a:srgbClr val="999999"/>
                          </a:solidFill>
                          <a:latin typeface="Inter"/>
                          <a:ea typeface="Inter"/>
                          <a:cs typeface="Inter"/>
                          <a:sym typeface="Inter"/>
                        </a:rPr>
                        <a:t>possibilities</a:t>
                      </a:r>
                      <a:endParaRPr sz="1200">
                        <a:solidFill>
                          <a:srgbClr val="9E9E9E"/>
                        </a:solidFill>
                        <a:latin typeface="Inter"/>
                        <a:ea typeface="Inter"/>
                        <a:cs typeface="Inter"/>
                        <a:sym typeface="Inte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2c713b5e9ed_0_161"/>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pockettours.com</a:t>
            </a:r>
            <a:endParaRPr b="0" i="0" sz="1100" u="none" cap="none" strike="noStrike">
              <a:solidFill>
                <a:srgbClr val="999999"/>
              </a:solidFill>
              <a:latin typeface="Fredoka"/>
              <a:ea typeface="Fredoka"/>
              <a:cs typeface="Fredoka"/>
              <a:sym typeface="Fredoka"/>
            </a:endParaRPr>
          </a:p>
        </p:txBody>
      </p:sp>
      <p:sp>
        <p:nvSpPr>
          <p:cNvPr id="150" name="Google Shape;150;g2c713b5e9ed_0_161"/>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@2024</a:t>
            </a:r>
            <a:endParaRPr b="0" i="0" sz="1100" u="none" cap="none" strike="noStrike">
              <a:solidFill>
                <a:srgbClr val="999999"/>
              </a:solidFill>
              <a:latin typeface="Fredoka"/>
              <a:ea typeface="Fredoka"/>
              <a:cs typeface="Fredoka"/>
              <a:sym typeface="Fredoka"/>
            </a:endParaRPr>
          </a:p>
        </p:txBody>
      </p:sp>
      <p:sp>
        <p:nvSpPr>
          <p:cNvPr id="151" name="Google Shape;151;g2c713b5e9ed_0_161"/>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city tours in your pocket</a:t>
            </a:r>
            <a:endParaRPr b="0" i="0" sz="1100" u="none" cap="none" strike="noStrike">
              <a:solidFill>
                <a:srgbClr val="999999"/>
              </a:solidFill>
              <a:latin typeface="Fredoka"/>
              <a:ea typeface="Fredoka"/>
              <a:cs typeface="Fredoka"/>
              <a:sym typeface="Fredoka"/>
            </a:endParaRPr>
          </a:p>
        </p:txBody>
      </p:sp>
      <p:cxnSp>
        <p:nvCxnSpPr>
          <p:cNvPr id="152" name="Google Shape;152;g2c713b5e9ed_0_161"/>
          <p:cNvCxnSpPr/>
          <p:nvPr/>
        </p:nvCxnSpPr>
        <p:spPr>
          <a:xfrm rot="10800000">
            <a:off x="968400" y="270025"/>
            <a:ext cx="8175600" cy="4800"/>
          </a:xfrm>
          <a:prstGeom prst="straightConnector1">
            <a:avLst/>
          </a:prstGeom>
          <a:noFill/>
          <a:ln cap="flat" cmpd="sng" w="28575">
            <a:solidFill>
              <a:srgbClr val="ED1E44"/>
            </a:solidFill>
            <a:prstDash val="solid"/>
            <a:round/>
            <a:headEnd len="sm" w="sm" type="none"/>
            <a:tailEnd len="sm" w="sm" type="none"/>
          </a:ln>
        </p:spPr>
      </p:cxnSp>
      <p:pic>
        <p:nvPicPr>
          <p:cNvPr id="153" name="Google Shape;153;g2c713b5e9ed_0_161"/>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154" name="Google Shape;154;g2c713b5e9ed_0_161"/>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55" name="Google Shape;155;g2c713b5e9ed_0_161"/>
          <p:cNvSpPr/>
          <p:nvPr/>
        </p:nvSpPr>
        <p:spPr>
          <a:xfrm>
            <a:off x="858750" y="260350"/>
            <a:ext cx="19989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lt1"/>
                </a:solidFill>
                <a:latin typeface="Fredoka Medium"/>
                <a:ea typeface="Fredoka Medium"/>
                <a:cs typeface="Fredoka Medium"/>
                <a:sym typeface="Fredoka Medium"/>
              </a:rPr>
              <a:t>Competition I</a:t>
            </a:r>
            <a:endParaRPr b="0" i="0" sz="1400" u="none" cap="none" strike="noStrike">
              <a:solidFill>
                <a:schemeClr val="lt1"/>
              </a:solidFill>
              <a:latin typeface="Fredoka Medium"/>
              <a:ea typeface="Fredoka Medium"/>
              <a:cs typeface="Fredoka Medium"/>
              <a:sym typeface="Fredoka Medium"/>
            </a:endParaRPr>
          </a:p>
        </p:txBody>
      </p:sp>
      <p:graphicFrame>
        <p:nvGraphicFramePr>
          <p:cNvPr id="156" name="Google Shape;156;g2c713b5e9ed_0_161"/>
          <p:cNvGraphicFramePr/>
          <p:nvPr/>
        </p:nvGraphicFramePr>
        <p:xfrm>
          <a:off x="289825" y="670050"/>
          <a:ext cx="3000000" cy="3000000"/>
        </p:xfrm>
        <a:graphic>
          <a:graphicData uri="http://schemas.openxmlformats.org/drawingml/2006/table">
            <a:tbl>
              <a:tblPr>
                <a:noFill/>
                <a:tableStyleId>{54ED5A60-D8BC-40ED-8256-8D175FFB6D86}</a:tableStyleId>
              </a:tblPr>
              <a:tblGrid>
                <a:gridCol w="2234025"/>
                <a:gridCol w="4441150"/>
                <a:gridCol w="1889150"/>
              </a:tblGrid>
              <a:tr h="1342800">
                <a:tc>
                  <a:txBody>
                    <a:bodyPr/>
                    <a:lstStyle/>
                    <a:p>
                      <a:pPr indent="0" lvl="0" marL="0" rtl="0" algn="ctr">
                        <a:spcBef>
                          <a:spcPts val="0"/>
                        </a:spcBef>
                        <a:spcAft>
                          <a:spcPts val="0"/>
                        </a:spcAft>
                        <a:buNone/>
                      </a:pPr>
                      <a:r>
                        <a:rPr b="1" lang="en" sz="1800">
                          <a:solidFill>
                            <a:srgbClr val="9E9E9E"/>
                          </a:solidFill>
                          <a:latin typeface="Inter"/>
                          <a:ea typeface="Inter"/>
                          <a:cs typeface="Inter"/>
                          <a:sym typeface="Inter"/>
                        </a:rPr>
                        <a:t>Traditional Tours</a:t>
                      </a: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just">
                        <a:spcBef>
                          <a:spcPts val="0"/>
                        </a:spcBef>
                        <a:spcAft>
                          <a:spcPts val="0"/>
                        </a:spcAft>
                        <a:buNone/>
                      </a:pPr>
                      <a:r>
                        <a:rPr lang="en" sz="1300">
                          <a:solidFill>
                            <a:srgbClr val="999999"/>
                          </a:solidFill>
                          <a:latin typeface="Inter"/>
                          <a:ea typeface="Inter"/>
                          <a:cs typeface="Inter"/>
                          <a:sym typeface="Inter"/>
                        </a:rPr>
                        <a:t>Tours organized by travel agencies or specialized companies, with professional tour guides.</a:t>
                      </a:r>
                      <a:endParaRPr sz="1300">
                        <a:solidFill>
                          <a:srgbClr val="999999"/>
                        </a:solidFill>
                        <a:latin typeface="Inter"/>
                        <a:ea typeface="Inter"/>
                        <a:cs typeface="Inter"/>
                        <a:sym typeface="Inter"/>
                      </a:endParaRPr>
                    </a:p>
                    <a:p>
                      <a:pPr indent="0" lvl="0" marL="0" rtl="0" algn="just">
                        <a:spcBef>
                          <a:spcPts val="0"/>
                        </a:spcBef>
                        <a:spcAft>
                          <a:spcPts val="0"/>
                        </a:spcAft>
                        <a:buNone/>
                      </a:pPr>
                      <a:r>
                        <a:rPr lang="en" sz="1300">
                          <a:solidFill>
                            <a:srgbClr val="999999"/>
                          </a:solidFill>
                          <a:latin typeface="Inter"/>
                          <a:ea typeface="Inter"/>
                          <a:cs typeface="Inter"/>
                          <a:sym typeface="Inter"/>
                        </a:rPr>
                        <a:t>Advantages: They provide a guided experience with detailed information.</a:t>
                      </a:r>
                      <a:endParaRPr sz="1300">
                        <a:solidFill>
                          <a:srgbClr val="999999"/>
                        </a:solidFill>
                        <a:latin typeface="Inter"/>
                        <a:ea typeface="Inter"/>
                        <a:cs typeface="Inter"/>
                        <a:sym typeface="Inter"/>
                      </a:endParaRPr>
                    </a:p>
                    <a:p>
                      <a:pPr indent="0" lvl="0" marL="0" rtl="0" algn="just">
                        <a:spcBef>
                          <a:spcPts val="0"/>
                        </a:spcBef>
                        <a:spcAft>
                          <a:spcPts val="0"/>
                        </a:spcAft>
                        <a:buNone/>
                      </a:pPr>
                      <a:r>
                        <a:rPr lang="en" sz="1300">
                          <a:solidFill>
                            <a:srgbClr val="999999"/>
                          </a:solidFill>
                          <a:latin typeface="Inter"/>
                          <a:ea typeface="Inter"/>
                          <a:cs typeface="Inter"/>
                          <a:sym typeface="Inter"/>
                        </a:rPr>
                        <a:t>Limitations: High costs, fixed schedules, and lack of customization.</a:t>
                      </a:r>
                      <a:endParaRPr>
                        <a:solidFill>
                          <a:srgbClr val="999999"/>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rgbClr val="999999"/>
                          </a:solidFill>
                          <a:latin typeface="Inter"/>
                          <a:ea typeface="Inter"/>
                          <a:cs typeface="Inter"/>
                          <a:sym typeface="Inter"/>
                        </a:rPr>
                        <a:t>Ex: Civitatis; Exodus Travel; Trafalgar</a:t>
                      </a:r>
                      <a:endParaRPr sz="1300">
                        <a:solidFill>
                          <a:srgbClr val="999999"/>
                        </a:solidFill>
                        <a:latin typeface="Inter"/>
                        <a:ea typeface="Inter"/>
                        <a:cs typeface="Inter"/>
                        <a:sym typeface="Inter"/>
                      </a:endParaRPr>
                    </a:p>
                    <a:p>
                      <a:pPr indent="0" lvl="0" marL="0" rtl="0" algn="ctr">
                        <a:spcBef>
                          <a:spcPts val="0"/>
                        </a:spcBef>
                        <a:spcAft>
                          <a:spcPts val="0"/>
                        </a:spcAft>
                        <a:buNone/>
                      </a:pPr>
                      <a:r>
                        <a:t/>
                      </a: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107525">
                <a:tc>
                  <a:txBody>
                    <a:bodyPr/>
                    <a:lstStyle/>
                    <a:p>
                      <a:pPr indent="0" lvl="0" marL="0" rtl="0" algn="ctr">
                        <a:spcBef>
                          <a:spcPts val="0"/>
                        </a:spcBef>
                        <a:spcAft>
                          <a:spcPts val="0"/>
                        </a:spcAft>
                        <a:buNone/>
                      </a:pPr>
                      <a:r>
                        <a:rPr b="1" lang="en" sz="1800">
                          <a:solidFill>
                            <a:srgbClr val="9E9E9E"/>
                          </a:solidFill>
                          <a:latin typeface="Inter"/>
                          <a:ea typeface="Inter"/>
                          <a:cs typeface="Inter"/>
                          <a:sym typeface="Inter"/>
                        </a:rPr>
                        <a:t>Free Tours</a:t>
                      </a: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just">
                        <a:spcBef>
                          <a:spcPts val="0"/>
                        </a:spcBef>
                        <a:spcAft>
                          <a:spcPts val="0"/>
                        </a:spcAft>
                        <a:buNone/>
                      </a:pPr>
                      <a:r>
                        <a:rPr lang="en" sz="1300">
                          <a:solidFill>
                            <a:srgbClr val="999999"/>
                          </a:solidFill>
                          <a:latin typeface="Inter"/>
                          <a:ea typeface="Inter"/>
                          <a:cs typeface="Inter"/>
                          <a:sym typeface="Inter"/>
                        </a:rPr>
                        <a:t>Tours conducted by local guides or volunteers, usually relying on tips.</a:t>
                      </a:r>
                      <a:endParaRPr sz="1300">
                        <a:solidFill>
                          <a:srgbClr val="999999"/>
                        </a:solidFill>
                        <a:latin typeface="Inter"/>
                        <a:ea typeface="Inter"/>
                        <a:cs typeface="Inter"/>
                        <a:sym typeface="Inter"/>
                      </a:endParaRPr>
                    </a:p>
                    <a:p>
                      <a:pPr indent="0" lvl="0" marL="0" rtl="0" algn="just">
                        <a:spcBef>
                          <a:spcPts val="0"/>
                        </a:spcBef>
                        <a:spcAft>
                          <a:spcPts val="0"/>
                        </a:spcAft>
                        <a:buNone/>
                      </a:pPr>
                      <a:r>
                        <a:rPr lang="en" sz="1300">
                          <a:solidFill>
                            <a:srgbClr val="999999"/>
                          </a:solidFill>
                          <a:latin typeface="Inter"/>
                          <a:ea typeface="Inter"/>
                          <a:cs typeface="Inter"/>
                          <a:sym typeface="Inter"/>
                        </a:rPr>
                        <a:t>Advantages: Accessible for travelers on a limited budget.</a:t>
                      </a:r>
                      <a:endParaRPr sz="1300">
                        <a:solidFill>
                          <a:srgbClr val="999999"/>
                        </a:solidFill>
                        <a:latin typeface="Inter"/>
                        <a:ea typeface="Inter"/>
                        <a:cs typeface="Inter"/>
                        <a:sym typeface="Inter"/>
                      </a:endParaRPr>
                    </a:p>
                    <a:p>
                      <a:pPr indent="0" lvl="0" marL="0" rtl="0" algn="just">
                        <a:spcBef>
                          <a:spcPts val="0"/>
                        </a:spcBef>
                        <a:spcAft>
                          <a:spcPts val="0"/>
                        </a:spcAft>
                        <a:buNone/>
                      </a:pPr>
                      <a:r>
                        <a:rPr lang="en" sz="1300">
                          <a:solidFill>
                            <a:srgbClr val="999999"/>
                          </a:solidFill>
                          <a:latin typeface="Inter"/>
                          <a:ea typeface="Inter"/>
                          <a:cs typeface="Inter"/>
                          <a:sym typeface="Inter"/>
                        </a:rPr>
                        <a:t>Limitations: Variable quality and consistency, dependent on the availability of guides.</a:t>
                      </a:r>
                      <a:endParaRPr>
                        <a:solidFill>
                          <a:srgbClr val="999999"/>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rgbClr val="999999"/>
                          </a:solidFill>
                          <a:latin typeface="Inter"/>
                          <a:ea typeface="Inter"/>
                          <a:cs typeface="Inter"/>
                          <a:sym typeface="Inter"/>
                        </a:rPr>
                        <a:t>Ex: Guruwalks; SANDMAN’s; Walkative</a:t>
                      </a: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107525">
                <a:tc>
                  <a:txBody>
                    <a:bodyPr/>
                    <a:lstStyle/>
                    <a:p>
                      <a:pPr indent="0" lvl="0" marL="0" rtl="0" algn="ctr">
                        <a:spcBef>
                          <a:spcPts val="0"/>
                        </a:spcBef>
                        <a:spcAft>
                          <a:spcPts val="0"/>
                        </a:spcAft>
                        <a:buNone/>
                      </a:pPr>
                      <a:r>
                        <a:rPr b="1" lang="en" sz="1800">
                          <a:solidFill>
                            <a:srgbClr val="9E9E9E"/>
                          </a:solidFill>
                          <a:latin typeface="Inter"/>
                          <a:ea typeface="Inter"/>
                          <a:cs typeface="Inter"/>
                          <a:sym typeface="Inter"/>
                        </a:rPr>
                        <a:t>Self guided Tours</a:t>
                      </a: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just">
                        <a:spcBef>
                          <a:spcPts val="0"/>
                        </a:spcBef>
                        <a:spcAft>
                          <a:spcPts val="0"/>
                        </a:spcAft>
                        <a:buNone/>
                      </a:pPr>
                      <a:r>
                        <a:rPr lang="en" sz="1300">
                          <a:solidFill>
                            <a:srgbClr val="999999"/>
                          </a:solidFill>
                          <a:latin typeface="Inter"/>
                          <a:ea typeface="Inter"/>
                          <a:cs typeface="Inter"/>
                          <a:sym typeface="Inter"/>
                        </a:rPr>
                        <a:t>Tours where tourists explore on their own, following printed or digital itineraries and guides.</a:t>
                      </a:r>
                      <a:endParaRPr sz="1300">
                        <a:solidFill>
                          <a:srgbClr val="999999"/>
                        </a:solidFill>
                        <a:latin typeface="Inter"/>
                        <a:ea typeface="Inter"/>
                        <a:cs typeface="Inter"/>
                        <a:sym typeface="Inter"/>
                      </a:endParaRPr>
                    </a:p>
                    <a:p>
                      <a:pPr indent="0" lvl="0" marL="0" rtl="0" algn="just">
                        <a:spcBef>
                          <a:spcPts val="0"/>
                        </a:spcBef>
                        <a:spcAft>
                          <a:spcPts val="0"/>
                        </a:spcAft>
                        <a:buNone/>
                      </a:pPr>
                      <a:r>
                        <a:rPr lang="en" sz="1300">
                          <a:solidFill>
                            <a:srgbClr val="999999"/>
                          </a:solidFill>
                          <a:latin typeface="Inter"/>
                          <a:ea typeface="Inter"/>
                          <a:cs typeface="Inter"/>
                          <a:sym typeface="Inter"/>
                        </a:rPr>
                        <a:t>Advantages: Complete flexibility in schedules and reduced costs.</a:t>
                      </a:r>
                      <a:endParaRPr sz="1300">
                        <a:solidFill>
                          <a:srgbClr val="999999"/>
                        </a:solidFill>
                        <a:latin typeface="Inter"/>
                        <a:ea typeface="Inter"/>
                        <a:cs typeface="Inter"/>
                        <a:sym typeface="Inter"/>
                      </a:endParaRPr>
                    </a:p>
                    <a:p>
                      <a:pPr indent="0" lvl="0" marL="0" rtl="0" algn="just">
                        <a:spcBef>
                          <a:spcPts val="0"/>
                        </a:spcBef>
                        <a:spcAft>
                          <a:spcPts val="0"/>
                        </a:spcAft>
                        <a:buNone/>
                      </a:pPr>
                      <a:r>
                        <a:rPr lang="en" sz="1300">
                          <a:solidFill>
                            <a:srgbClr val="999999"/>
                          </a:solidFill>
                          <a:latin typeface="Inter"/>
                          <a:ea typeface="Inter"/>
                          <a:cs typeface="Inter"/>
                          <a:sym typeface="Inter"/>
                        </a:rPr>
                        <a:t>Limitations: Content limited to the number of professionals in the app.</a:t>
                      </a:r>
                      <a:endParaRPr>
                        <a:solidFill>
                          <a:srgbClr val="999999"/>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rgbClr val="999999"/>
                          </a:solidFill>
                          <a:latin typeface="Inter"/>
                          <a:ea typeface="Inter"/>
                          <a:cs typeface="Inter"/>
                          <a:sym typeface="Inter"/>
                        </a:rPr>
                        <a:t>Ex: VoxCity; Walkbox; PocketGuide</a:t>
                      </a: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2b8030a1825_0_438"/>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pockettours.com</a:t>
            </a:r>
            <a:endParaRPr b="0" i="0" sz="1100" u="none" cap="none" strike="noStrike">
              <a:solidFill>
                <a:srgbClr val="999999"/>
              </a:solidFill>
              <a:latin typeface="Fredoka"/>
              <a:ea typeface="Fredoka"/>
              <a:cs typeface="Fredoka"/>
              <a:sym typeface="Fredoka"/>
            </a:endParaRPr>
          </a:p>
        </p:txBody>
      </p:sp>
      <p:sp>
        <p:nvSpPr>
          <p:cNvPr id="162" name="Google Shape;162;g2b8030a1825_0_438"/>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@2024</a:t>
            </a:r>
            <a:endParaRPr b="0" i="0" sz="1100" u="none" cap="none" strike="noStrike">
              <a:solidFill>
                <a:srgbClr val="999999"/>
              </a:solidFill>
              <a:latin typeface="Fredoka"/>
              <a:ea typeface="Fredoka"/>
              <a:cs typeface="Fredoka"/>
              <a:sym typeface="Fredoka"/>
            </a:endParaRPr>
          </a:p>
        </p:txBody>
      </p:sp>
      <p:sp>
        <p:nvSpPr>
          <p:cNvPr id="163" name="Google Shape;163;g2b8030a1825_0_438"/>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city tours in your pocket</a:t>
            </a:r>
            <a:endParaRPr b="0" i="0" sz="1100" u="none" cap="none" strike="noStrike">
              <a:solidFill>
                <a:srgbClr val="999999"/>
              </a:solidFill>
              <a:latin typeface="Fredoka"/>
              <a:ea typeface="Fredoka"/>
              <a:cs typeface="Fredoka"/>
              <a:sym typeface="Fredoka"/>
            </a:endParaRPr>
          </a:p>
        </p:txBody>
      </p:sp>
      <p:graphicFrame>
        <p:nvGraphicFramePr>
          <p:cNvPr id="164" name="Google Shape;164;g2b8030a1825_0_438"/>
          <p:cNvGraphicFramePr/>
          <p:nvPr/>
        </p:nvGraphicFramePr>
        <p:xfrm>
          <a:off x="646650" y="620000"/>
          <a:ext cx="3000000" cy="3000000"/>
        </p:xfrm>
        <a:graphic>
          <a:graphicData uri="http://schemas.openxmlformats.org/drawingml/2006/table">
            <a:tbl>
              <a:tblPr>
                <a:noFill/>
                <a:tableStyleId>{3CC7879E-39C6-4E1D-82A2-978B82D1C955}</a:tableStyleId>
              </a:tblPr>
              <a:tblGrid>
                <a:gridCol w="1570150"/>
                <a:gridCol w="1931700"/>
                <a:gridCol w="1208575"/>
                <a:gridCol w="1570150"/>
                <a:gridCol w="1570150"/>
              </a:tblGrid>
              <a:tr h="55917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p>
                      <a:pPr indent="0" lvl="0" marL="0" marR="0" rtl="0" algn="ctr">
                        <a:lnSpc>
                          <a:spcPct val="100000"/>
                        </a:lnSpc>
                        <a:spcBef>
                          <a:spcPts val="0"/>
                        </a:spcBef>
                        <a:spcAft>
                          <a:spcPts val="0"/>
                        </a:spcAft>
                        <a:buClr>
                          <a:srgbClr val="000000"/>
                        </a:buClr>
                        <a:buSzPts val="1700"/>
                        <a:buFont typeface="Arial"/>
                        <a:buNone/>
                      </a:pPr>
                      <a:r>
                        <a:rPr b="1" lang="en" sz="1700" u="none" cap="none" strike="noStrike">
                          <a:solidFill>
                            <a:srgbClr val="ED1E44"/>
                          </a:solidFill>
                        </a:rPr>
                        <a:t>Pocket Tours</a:t>
                      </a:r>
                      <a:endParaRPr b="1" sz="1700" u="none" cap="none" strike="noStrike">
                        <a:solidFill>
                          <a:srgbClr val="ED1E44"/>
                        </a:solidFill>
                      </a:endParaRPr>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666666"/>
                        </a:solidFill>
                      </a:endParaRPr>
                    </a:p>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666666"/>
                          </a:solidFill>
                        </a:rPr>
                        <a:t>Free Tours</a:t>
                      </a:r>
                      <a:endParaRPr sz="1400" u="none" cap="none" strike="noStrike">
                        <a:solidFill>
                          <a:srgbClr val="666666"/>
                        </a:solidFill>
                      </a:endParaRPr>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666666"/>
                        </a:solidFill>
                      </a:endParaRPr>
                    </a:p>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666666"/>
                          </a:solidFill>
                        </a:rPr>
                        <a:t>Traditional tours</a:t>
                      </a:r>
                      <a:endParaRPr sz="1400" u="none" cap="none" strike="noStrike">
                        <a:solidFill>
                          <a:srgbClr val="666666"/>
                        </a:solidFill>
                      </a:endParaRPr>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666666"/>
                        </a:solidFill>
                      </a:endParaRPr>
                    </a:p>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666666"/>
                          </a:solidFill>
                        </a:rPr>
                        <a:t>Self Guided Tours Apps</a:t>
                      </a:r>
                      <a:endParaRPr sz="1400" u="none" cap="none" strike="noStrike">
                        <a:solidFill>
                          <a:srgbClr val="666666"/>
                        </a:solidFill>
                      </a:endParaRPr>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r>
              <a:tr h="481550">
                <a:tc>
                  <a:txBody>
                    <a:bodyPr/>
                    <a:lstStyle/>
                    <a:p>
                      <a:pPr indent="0" lvl="0" marL="0" marR="0" rtl="0" algn="ctr">
                        <a:lnSpc>
                          <a:spcPct val="100000"/>
                        </a:lnSpc>
                        <a:spcBef>
                          <a:spcPts val="0"/>
                        </a:spcBef>
                        <a:spcAft>
                          <a:spcPts val="0"/>
                        </a:spcAft>
                        <a:buClr>
                          <a:srgbClr val="000000"/>
                        </a:buClr>
                        <a:buSzPts val="1400"/>
                        <a:buFont typeface="Arial"/>
                        <a:buNone/>
                      </a:pPr>
                      <a:r>
                        <a:rPr lang="en">
                          <a:solidFill>
                            <a:srgbClr val="434343"/>
                          </a:solidFill>
                          <a:latin typeface="Inter"/>
                          <a:ea typeface="Inter"/>
                          <a:cs typeface="Inter"/>
                          <a:sym typeface="Inter"/>
                        </a:rPr>
                        <a:t>Price</a:t>
                      </a:r>
                      <a:endParaRPr sz="1400" u="none" cap="none" strike="noStrike">
                        <a:solidFill>
                          <a:srgbClr val="434343"/>
                        </a:solidFill>
                        <a:latin typeface="Inter"/>
                        <a:ea typeface="Inter"/>
                        <a:cs typeface="Inter"/>
                        <a:sym typeface="Inte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ED1E44"/>
                          </a:solidFill>
                        </a:rPr>
                        <a:t>1€ - 5€</a:t>
                      </a:r>
                      <a:endParaRPr sz="1600" u="none" cap="none" strike="noStrike">
                        <a:solidFill>
                          <a:srgbClr val="ED1E44"/>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666666"/>
                          </a:solidFill>
                        </a:rPr>
                        <a:t>15€ - 20€</a:t>
                      </a:r>
                      <a:endParaRPr sz="1600" u="none" cap="none" strike="noStrike">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666666"/>
                          </a:solidFill>
                        </a:rPr>
                        <a:t>50€ - 250€</a:t>
                      </a:r>
                      <a:endParaRPr sz="1400" u="none" cap="none" strike="noStrike">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666666"/>
                          </a:solidFill>
                        </a:rPr>
                        <a:t>3€ - 20€</a:t>
                      </a:r>
                      <a:endParaRPr sz="1600" u="none" cap="none" strike="noStrike">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solidFill>
                      <a:prstDash val="solid"/>
                      <a:round/>
                      <a:headEnd len="sm" w="sm" type="none"/>
                      <a:tailEnd len="sm" w="sm" type="none"/>
                    </a:lnB>
                  </a:tcPr>
                </a:tc>
              </a:tr>
              <a:tr h="481550">
                <a:tc>
                  <a:txBody>
                    <a:bodyPr/>
                    <a:lstStyle/>
                    <a:p>
                      <a:pPr indent="0" lvl="0" marL="0" marR="0" rtl="0" algn="ctr">
                        <a:lnSpc>
                          <a:spcPct val="100000"/>
                        </a:lnSpc>
                        <a:spcBef>
                          <a:spcPts val="0"/>
                        </a:spcBef>
                        <a:spcAft>
                          <a:spcPts val="0"/>
                        </a:spcAft>
                        <a:buClr>
                          <a:srgbClr val="000000"/>
                        </a:buClr>
                        <a:buSzPts val="1400"/>
                        <a:buFont typeface="Arial"/>
                        <a:buNone/>
                      </a:pPr>
                      <a:r>
                        <a:rPr lang="en">
                          <a:solidFill>
                            <a:srgbClr val="434343"/>
                          </a:solidFill>
                          <a:latin typeface="Inter"/>
                          <a:ea typeface="Inter"/>
                          <a:cs typeface="Inter"/>
                          <a:sym typeface="Inter"/>
                        </a:rPr>
                        <a:t>Convenience</a:t>
                      </a:r>
                      <a:endParaRPr>
                        <a:solidFill>
                          <a:srgbClr val="434343"/>
                        </a:solidFill>
                        <a:latin typeface="Inter"/>
                        <a:ea typeface="Inter"/>
                        <a:cs typeface="Inter"/>
                        <a:sym typeface="Inte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solidFill>
                            <a:srgbClr val="ED1E44"/>
                          </a:solidFill>
                        </a:rPr>
                        <a:t>Great</a:t>
                      </a:r>
                      <a:endParaRPr sz="1400" u="none" cap="none" strike="noStrike">
                        <a:solidFill>
                          <a:srgbClr val="ED1E44"/>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666666"/>
                          </a:solidFill>
                        </a:rPr>
                        <a:t>Not much</a:t>
                      </a:r>
                      <a:endParaRPr sz="1400" u="none" cap="none" strike="noStrike">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666666"/>
                          </a:solidFill>
                        </a:rPr>
                        <a:t>Not much</a:t>
                      </a:r>
                      <a:endParaRPr sz="1400" u="none" cap="none" strike="noStrike">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solidFill>
                            <a:srgbClr val="666666"/>
                          </a:solidFill>
                        </a:rPr>
                        <a:t>Great</a:t>
                      </a:r>
                      <a:endParaRPr sz="1400" u="none" cap="none" strike="noStrike">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1550">
                <a:tc>
                  <a:txBody>
                    <a:bodyPr/>
                    <a:lstStyle/>
                    <a:p>
                      <a:pPr indent="0" lvl="0" marL="0" marR="0" rtl="0" algn="ctr">
                        <a:lnSpc>
                          <a:spcPct val="100000"/>
                        </a:lnSpc>
                        <a:spcBef>
                          <a:spcPts val="0"/>
                        </a:spcBef>
                        <a:spcAft>
                          <a:spcPts val="0"/>
                        </a:spcAft>
                        <a:buClr>
                          <a:srgbClr val="000000"/>
                        </a:buClr>
                        <a:buSzPts val="1400"/>
                        <a:buFont typeface="Arial"/>
                        <a:buNone/>
                      </a:pPr>
                      <a:r>
                        <a:rPr lang="en">
                          <a:solidFill>
                            <a:srgbClr val="434343"/>
                          </a:solidFill>
                          <a:latin typeface="Inter"/>
                          <a:ea typeface="Inter"/>
                          <a:cs typeface="Inter"/>
                          <a:sym typeface="Inter"/>
                        </a:rPr>
                        <a:t>Possibilities</a:t>
                      </a:r>
                      <a:endParaRPr sz="1400" u="none" cap="none" strike="noStrike">
                        <a:solidFill>
                          <a:srgbClr val="434343"/>
                        </a:solidFill>
                        <a:latin typeface="Inter"/>
                        <a:ea typeface="Inter"/>
                        <a:cs typeface="Inter"/>
                        <a:sym typeface="Inte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ED1E44"/>
                          </a:solidFill>
                        </a:rPr>
                        <a:t>Endless</a:t>
                      </a:r>
                      <a:endParaRPr sz="1400" u="none" cap="none" strike="noStrike">
                        <a:solidFill>
                          <a:srgbClr val="ED1E44"/>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666666"/>
                          </a:solidFill>
                        </a:rPr>
                        <a:t>Limited</a:t>
                      </a:r>
                      <a:endParaRPr sz="1400" u="none" cap="none" strike="noStrike">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666666"/>
                          </a:solidFill>
                        </a:rPr>
                        <a:t>O</a:t>
                      </a:r>
                      <a:r>
                        <a:rPr lang="en">
                          <a:solidFill>
                            <a:srgbClr val="666666"/>
                          </a:solidFill>
                        </a:rPr>
                        <a:t>k</a:t>
                      </a:r>
                      <a:endParaRPr sz="1400" u="none" cap="none" strike="noStrike">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solidFill>
                            <a:srgbClr val="666666"/>
                          </a:solidFill>
                        </a:rPr>
                        <a:t>Ok</a:t>
                      </a:r>
                      <a:endParaRPr sz="1400" u="none" cap="none" strike="noStrike">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1550">
                <a:tc>
                  <a:txBody>
                    <a:bodyPr/>
                    <a:lstStyle/>
                    <a:p>
                      <a:pPr indent="0" lvl="0" marL="0" marR="0" rtl="0" algn="ctr">
                        <a:lnSpc>
                          <a:spcPct val="100000"/>
                        </a:lnSpc>
                        <a:spcBef>
                          <a:spcPts val="0"/>
                        </a:spcBef>
                        <a:spcAft>
                          <a:spcPts val="0"/>
                        </a:spcAft>
                        <a:buClr>
                          <a:srgbClr val="000000"/>
                        </a:buClr>
                        <a:buSzPts val="1400"/>
                        <a:buFont typeface="Arial"/>
                        <a:buNone/>
                      </a:pPr>
                      <a:r>
                        <a:rPr lang="en">
                          <a:solidFill>
                            <a:srgbClr val="434343"/>
                          </a:solidFill>
                          <a:latin typeface="Inter"/>
                          <a:ea typeface="Inter"/>
                          <a:cs typeface="Inter"/>
                          <a:sym typeface="Inter"/>
                        </a:rPr>
                        <a:t>Content limit</a:t>
                      </a:r>
                      <a:endParaRPr sz="1400" u="none" cap="none" strike="noStrike">
                        <a:solidFill>
                          <a:srgbClr val="434343"/>
                        </a:solidFill>
                        <a:latin typeface="Inter"/>
                        <a:ea typeface="Inter"/>
                        <a:cs typeface="Inter"/>
                        <a:sym typeface="Inte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solidFill>
                            <a:srgbClr val="ED1E44"/>
                          </a:solidFill>
                        </a:rPr>
                        <a:t>Unlimited</a:t>
                      </a:r>
                      <a:endParaRPr sz="1400" u="none" cap="none" strike="noStrike">
                        <a:solidFill>
                          <a:srgbClr val="ED1E44"/>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solidFill>
                            <a:srgbClr val="666666"/>
                          </a:solidFill>
                        </a:rPr>
                        <a:t>Limited</a:t>
                      </a:r>
                      <a:endParaRPr sz="1400" u="none" cap="none" strike="noStrike">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solidFill>
                            <a:srgbClr val="666666"/>
                          </a:solidFill>
                        </a:rPr>
                        <a:t>Limited</a:t>
                      </a:r>
                      <a:endParaRPr sz="1400" u="none" cap="none" strike="noStrike">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solidFill>
                            <a:srgbClr val="666666"/>
                          </a:solidFill>
                        </a:rPr>
                        <a:t>Limited</a:t>
                      </a:r>
                      <a:endParaRPr sz="1400" u="none" cap="none" strike="noStrike">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155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434343"/>
                          </a:solidFill>
                          <a:latin typeface="Inter"/>
                          <a:ea typeface="Inter"/>
                          <a:cs typeface="Inter"/>
                          <a:sym typeface="Inter"/>
                        </a:rPr>
                        <a:t>Awareness</a:t>
                      </a:r>
                      <a:endParaRPr sz="1400" u="none" cap="none" strike="noStrike">
                        <a:solidFill>
                          <a:srgbClr val="434343"/>
                        </a:solidFill>
                        <a:latin typeface="Inter"/>
                        <a:ea typeface="Inter"/>
                        <a:cs typeface="Inter"/>
                        <a:sym typeface="Inte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ED1E44"/>
                          </a:solidFill>
                        </a:rPr>
                        <a:t>C</a:t>
                      </a:r>
                      <a:r>
                        <a:rPr lang="en">
                          <a:solidFill>
                            <a:srgbClr val="ED1E44"/>
                          </a:solidFill>
                        </a:rPr>
                        <a:t>an</a:t>
                      </a:r>
                      <a:r>
                        <a:rPr lang="en" sz="1400" u="none" cap="none" strike="noStrike">
                          <a:solidFill>
                            <a:srgbClr val="ED1E44"/>
                          </a:solidFill>
                        </a:rPr>
                        <a:t> become huge</a:t>
                      </a:r>
                      <a:endParaRPr sz="1400" u="none" cap="none" strike="noStrike">
                        <a:solidFill>
                          <a:srgbClr val="ED1E44"/>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666666"/>
                          </a:solidFill>
                        </a:rPr>
                        <a:t>Not much</a:t>
                      </a:r>
                      <a:endParaRPr sz="1400" u="none" cap="none" strike="noStrike">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666666"/>
                          </a:solidFill>
                        </a:rPr>
                        <a:t>Common</a:t>
                      </a:r>
                      <a:endParaRPr sz="1400" u="none" cap="none" strike="noStrike">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solidFill>
                            <a:srgbClr val="666666"/>
                          </a:solidFill>
                        </a:rPr>
                        <a:t>Not much</a:t>
                      </a:r>
                      <a:endParaRPr sz="1400" u="none" cap="none" strike="noStrike">
                        <a:solidFill>
                          <a:srgbClr val="66666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81550">
                <a:tc>
                  <a:txBody>
                    <a:bodyPr/>
                    <a:lstStyle/>
                    <a:p>
                      <a:pPr indent="0" lvl="0" marL="0" rtl="0" algn="ctr">
                        <a:spcBef>
                          <a:spcPts val="0"/>
                        </a:spcBef>
                        <a:spcAft>
                          <a:spcPts val="0"/>
                        </a:spcAft>
                        <a:buClr>
                          <a:srgbClr val="000000"/>
                        </a:buClr>
                        <a:buSzPts val="1400"/>
                        <a:buFont typeface="Arial"/>
                        <a:buNone/>
                      </a:pPr>
                      <a:r>
                        <a:rPr lang="en">
                          <a:solidFill>
                            <a:srgbClr val="434343"/>
                          </a:solidFill>
                          <a:latin typeface="Inter"/>
                          <a:ea typeface="Inter"/>
                          <a:cs typeface="Inter"/>
                          <a:sym typeface="Inter"/>
                        </a:rPr>
                        <a:t>Advertisement</a:t>
                      </a:r>
                      <a:endParaRPr>
                        <a:solidFill>
                          <a:srgbClr val="434343"/>
                        </a:solidFill>
                        <a:latin typeface="Inter"/>
                        <a:ea typeface="Inter"/>
                        <a:cs typeface="Inter"/>
                        <a:sym typeface="Inter"/>
                      </a:endParaRPr>
                    </a:p>
                    <a:p>
                      <a:pPr indent="0" lvl="0" marL="0" rtl="0" algn="l">
                        <a:spcBef>
                          <a:spcPts val="0"/>
                        </a:spcBef>
                        <a:spcAft>
                          <a:spcPts val="0"/>
                        </a:spcAft>
                        <a:buNone/>
                      </a:pPr>
                      <a:r>
                        <a:t/>
                      </a:r>
                      <a:endParaRPr>
                        <a:latin typeface="Inter"/>
                        <a:ea typeface="Inter"/>
                        <a:cs typeface="Inter"/>
                        <a:sym typeface="Inte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400"/>
                        <a:buFont typeface="Arial"/>
                        <a:buNone/>
                      </a:pPr>
                      <a:r>
                        <a:rPr lang="en">
                          <a:solidFill>
                            <a:srgbClr val="ED1E44"/>
                          </a:solidFill>
                        </a:rPr>
                        <a:t>Unlimited</a:t>
                      </a:r>
                      <a:endParaRPr>
                        <a:solidFill>
                          <a:srgbClr val="ED1E44"/>
                        </a:solidFill>
                      </a:endParaRPr>
                    </a:p>
                    <a:p>
                      <a:pPr indent="0" lvl="0" marL="0" rtl="0" algn="l">
                        <a:spcBef>
                          <a:spcPts val="0"/>
                        </a:spcBef>
                        <a:spcAft>
                          <a:spcPts val="0"/>
                        </a:spcAft>
                        <a:buNone/>
                      </a:pPr>
                      <a:r>
                        <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400"/>
                        <a:buFont typeface="Arial"/>
                        <a:buNone/>
                      </a:pPr>
                      <a:r>
                        <a:rPr lang="en">
                          <a:solidFill>
                            <a:srgbClr val="666666"/>
                          </a:solidFill>
                        </a:rPr>
                        <a:t>Some</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666666"/>
                          </a:solidFill>
                        </a:rPr>
                        <a:t>None</a:t>
                      </a:r>
                      <a:endParaRPr>
                        <a:solidFill>
                          <a:srgbClr val="666666"/>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a:solidFill>
                            <a:srgbClr val="666666"/>
                          </a:solidFill>
                        </a:rPr>
                        <a:t>None</a:t>
                      </a:r>
                      <a:endParaRPr sz="1400" u="none" cap="none" strike="noStrike">
                        <a:solidFill>
                          <a:srgbClr val="666666"/>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cxnSp>
        <p:nvCxnSpPr>
          <p:cNvPr id="165" name="Google Shape;165;g2b8030a1825_0_438"/>
          <p:cNvCxnSpPr/>
          <p:nvPr/>
        </p:nvCxnSpPr>
        <p:spPr>
          <a:xfrm rot="10800000">
            <a:off x="968400" y="270025"/>
            <a:ext cx="8175600" cy="4800"/>
          </a:xfrm>
          <a:prstGeom prst="straightConnector1">
            <a:avLst/>
          </a:prstGeom>
          <a:noFill/>
          <a:ln cap="flat" cmpd="sng" w="28575">
            <a:solidFill>
              <a:srgbClr val="ED1E44"/>
            </a:solidFill>
            <a:prstDash val="solid"/>
            <a:round/>
            <a:headEnd len="sm" w="sm" type="none"/>
            <a:tailEnd len="sm" w="sm" type="none"/>
          </a:ln>
        </p:spPr>
      </p:cxnSp>
      <p:pic>
        <p:nvPicPr>
          <p:cNvPr id="166" name="Google Shape;166;g2b8030a1825_0_438"/>
          <p:cNvPicPr preferRelativeResize="0"/>
          <p:nvPr/>
        </p:nvPicPr>
        <p:blipFill rotWithShape="1">
          <a:blip r:embed="rId3">
            <a:alphaModFix/>
          </a:blip>
          <a:srcRect b="44952" l="23629" r="28116" t="0"/>
          <a:stretch/>
        </p:blipFill>
        <p:spPr>
          <a:xfrm>
            <a:off x="235225" y="181550"/>
            <a:ext cx="572326" cy="551551"/>
          </a:xfrm>
          <a:prstGeom prst="rect">
            <a:avLst/>
          </a:prstGeom>
          <a:noFill/>
          <a:ln>
            <a:noFill/>
          </a:ln>
        </p:spPr>
      </p:pic>
      <p:sp>
        <p:nvSpPr>
          <p:cNvPr id="167" name="Google Shape;167;g2b8030a1825_0_438"/>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68" name="Google Shape;168;g2b8030a1825_0_438"/>
          <p:cNvSpPr/>
          <p:nvPr/>
        </p:nvSpPr>
        <p:spPr>
          <a:xfrm>
            <a:off x="858750" y="260350"/>
            <a:ext cx="17229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lt1"/>
                </a:solidFill>
                <a:latin typeface="Fredoka Medium"/>
                <a:ea typeface="Fredoka Medium"/>
                <a:cs typeface="Fredoka Medium"/>
                <a:sym typeface="Fredoka Medium"/>
              </a:rPr>
              <a:t>Competition II</a:t>
            </a:r>
            <a:endParaRPr b="0" i="0" sz="1400" u="none" cap="none" strike="noStrike">
              <a:solidFill>
                <a:schemeClr val="lt1"/>
              </a:solidFill>
              <a:latin typeface="Fredoka Medium"/>
              <a:ea typeface="Fredoka Medium"/>
              <a:cs typeface="Fredoka Medium"/>
              <a:sym typeface="Fredoka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2c713b5e9ed_0_62"/>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pockettours.com</a:t>
            </a:r>
            <a:endParaRPr b="0" i="0" sz="1100" u="none" cap="none" strike="noStrike">
              <a:solidFill>
                <a:srgbClr val="999999"/>
              </a:solidFill>
              <a:latin typeface="Fredoka"/>
              <a:ea typeface="Fredoka"/>
              <a:cs typeface="Fredoka"/>
              <a:sym typeface="Fredoka"/>
            </a:endParaRPr>
          </a:p>
        </p:txBody>
      </p:sp>
      <p:sp>
        <p:nvSpPr>
          <p:cNvPr id="174" name="Google Shape;174;g2c713b5e9ed_0_62"/>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@2024</a:t>
            </a:r>
            <a:endParaRPr b="0" i="0" sz="1100" u="none" cap="none" strike="noStrike">
              <a:solidFill>
                <a:srgbClr val="999999"/>
              </a:solidFill>
              <a:latin typeface="Fredoka"/>
              <a:ea typeface="Fredoka"/>
              <a:cs typeface="Fredoka"/>
              <a:sym typeface="Fredoka"/>
            </a:endParaRPr>
          </a:p>
        </p:txBody>
      </p:sp>
      <p:sp>
        <p:nvSpPr>
          <p:cNvPr id="175" name="Google Shape;175;g2c713b5e9ed_0_62"/>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city tours in your pocket</a:t>
            </a:r>
            <a:endParaRPr b="0" i="0" sz="1100" u="none" cap="none" strike="noStrike">
              <a:solidFill>
                <a:srgbClr val="999999"/>
              </a:solidFill>
              <a:latin typeface="Fredoka"/>
              <a:ea typeface="Fredoka"/>
              <a:cs typeface="Fredoka"/>
              <a:sym typeface="Fredoka"/>
            </a:endParaRPr>
          </a:p>
        </p:txBody>
      </p:sp>
      <p:cxnSp>
        <p:nvCxnSpPr>
          <p:cNvPr id="176" name="Google Shape;176;g2c713b5e9ed_0_62"/>
          <p:cNvCxnSpPr/>
          <p:nvPr/>
        </p:nvCxnSpPr>
        <p:spPr>
          <a:xfrm rot="10800000">
            <a:off x="968400" y="270025"/>
            <a:ext cx="8175600" cy="4800"/>
          </a:xfrm>
          <a:prstGeom prst="straightConnector1">
            <a:avLst/>
          </a:prstGeom>
          <a:noFill/>
          <a:ln cap="flat" cmpd="sng" w="28575">
            <a:solidFill>
              <a:srgbClr val="ED1E44"/>
            </a:solidFill>
            <a:prstDash val="solid"/>
            <a:round/>
            <a:headEnd len="sm" w="sm" type="none"/>
            <a:tailEnd len="sm" w="sm" type="none"/>
          </a:ln>
        </p:spPr>
      </p:cxnSp>
      <p:pic>
        <p:nvPicPr>
          <p:cNvPr id="177" name="Google Shape;177;g2c713b5e9ed_0_62"/>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178" name="Google Shape;178;g2c713b5e9ed_0_62"/>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79" name="Google Shape;179;g2c713b5e9ed_0_62"/>
          <p:cNvSpPr/>
          <p:nvPr/>
        </p:nvSpPr>
        <p:spPr>
          <a:xfrm>
            <a:off x="858750" y="260350"/>
            <a:ext cx="27546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lt1"/>
                </a:solidFill>
                <a:latin typeface="Fredoka Medium"/>
                <a:ea typeface="Fredoka Medium"/>
                <a:cs typeface="Fredoka Medium"/>
                <a:sym typeface="Fredoka Medium"/>
              </a:rPr>
              <a:t>Go To Market Plan</a:t>
            </a:r>
            <a:endParaRPr b="0" i="0" sz="1400" u="none" cap="none" strike="noStrike">
              <a:solidFill>
                <a:schemeClr val="lt1"/>
              </a:solidFill>
              <a:latin typeface="Fredoka Medium"/>
              <a:ea typeface="Fredoka Medium"/>
              <a:cs typeface="Fredoka Medium"/>
              <a:sym typeface="Fredoka Medium"/>
            </a:endParaRPr>
          </a:p>
        </p:txBody>
      </p:sp>
      <p:sp>
        <p:nvSpPr>
          <p:cNvPr id="180" name="Google Shape;180;g2c713b5e9ed_0_62"/>
          <p:cNvSpPr txBox="1"/>
          <p:nvPr/>
        </p:nvSpPr>
        <p:spPr>
          <a:xfrm>
            <a:off x="399000" y="733100"/>
            <a:ext cx="8346000" cy="370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rgbClr val="9E9E9E"/>
                </a:solidFill>
                <a:latin typeface="Inter"/>
                <a:ea typeface="Inter"/>
                <a:cs typeface="Inter"/>
                <a:sym typeface="Inter"/>
              </a:rPr>
              <a:t>Positioning the </a:t>
            </a:r>
            <a:r>
              <a:rPr lang="en" sz="1700">
                <a:solidFill>
                  <a:srgbClr val="ED1E44"/>
                </a:solidFill>
                <a:latin typeface="Inter"/>
                <a:ea typeface="Inter"/>
                <a:cs typeface="Inter"/>
                <a:sym typeface="Inter"/>
              </a:rPr>
              <a:t>Pocket Tours</a:t>
            </a:r>
            <a:r>
              <a:rPr lang="en" sz="1700">
                <a:solidFill>
                  <a:srgbClr val="9E9E9E"/>
                </a:solidFill>
                <a:latin typeface="Inter"/>
                <a:ea typeface="Inter"/>
                <a:cs typeface="Inter"/>
                <a:sym typeface="Inter"/>
              </a:rPr>
              <a:t> brand as the app that allows anyone to </a:t>
            </a:r>
            <a:endParaRPr sz="1700">
              <a:solidFill>
                <a:srgbClr val="9E9E9E"/>
              </a:solidFill>
              <a:latin typeface="Inter"/>
              <a:ea typeface="Inter"/>
              <a:cs typeface="Inter"/>
              <a:sym typeface="Inter"/>
            </a:endParaRPr>
          </a:p>
          <a:p>
            <a:pPr indent="0" lvl="0" marL="0" rtl="0" algn="ctr">
              <a:spcBef>
                <a:spcPts val="0"/>
              </a:spcBef>
              <a:spcAft>
                <a:spcPts val="0"/>
              </a:spcAft>
              <a:buNone/>
            </a:pPr>
            <a:r>
              <a:rPr lang="en" sz="1700">
                <a:solidFill>
                  <a:srgbClr val="9E9E9E"/>
                </a:solidFill>
                <a:latin typeface="Inter"/>
                <a:ea typeface="Inter"/>
                <a:cs typeface="Inter"/>
                <a:sym typeface="Inter"/>
              </a:rPr>
              <a:t>become a </a:t>
            </a:r>
            <a:r>
              <a:rPr lang="en" sz="1700">
                <a:solidFill>
                  <a:srgbClr val="ED1E44"/>
                </a:solidFill>
                <a:latin typeface="Inter"/>
                <a:ea typeface="Inter"/>
                <a:cs typeface="Inter"/>
                <a:sym typeface="Inter"/>
              </a:rPr>
              <a:t>storyteller</a:t>
            </a:r>
            <a:r>
              <a:rPr lang="en" sz="1700">
                <a:solidFill>
                  <a:srgbClr val="9E9E9E"/>
                </a:solidFill>
                <a:latin typeface="Inter"/>
                <a:ea typeface="Inter"/>
                <a:cs typeface="Inter"/>
                <a:sym typeface="Inter"/>
              </a:rPr>
              <a:t>.</a:t>
            </a:r>
            <a:endParaRPr sz="1700">
              <a:solidFill>
                <a:srgbClr val="9E9E9E"/>
              </a:solidFill>
              <a:latin typeface="Inter"/>
              <a:ea typeface="Inter"/>
              <a:cs typeface="Inter"/>
              <a:sym typeface="Inter"/>
            </a:endParaRPr>
          </a:p>
          <a:p>
            <a:pPr indent="0" lvl="0" marL="457200" rtl="0" algn="l">
              <a:spcBef>
                <a:spcPts val="0"/>
              </a:spcBef>
              <a:spcAft>
                <a:spcPts val="0"/>
              </a:spcAft>
              <a:buNone/>
            </a:pPr>
            <a:r>
              <a:t/>
            </a:r>
            <a:endParaRPr sz="1500">
              <a:solidFill>
                <a:srgbClr val="9E9E9E"/>
              </a:solidFill>
              <a:latin typeface="Inter"/>
              <a:ea typeface="Inter"/>
              <a:cs typeface="Inter"/>
              <a:sym typeface="Inter"/>
            </a:endParaRPr>
          </a:p>
          <a:p>
            <a:pPr indent="0" lvl="0" marL="0" rtl="0" algn="ctr">
              <a:spcBef>
                <a:spcPts val="0"/>
              </a:spcBef>
              <a:spcAft>
                <a:spcPts val="0"/>
              </a:spcAft>
              <a:buNone/>
            </a:pPr>
            <a:r>
              <a:rPr lang="en" sz="1500">
                <a:solidFill>
                  <a:srgbClr val="9E9E9E"/>
                </a:solidFill>
                <a:latin typeface="Inter"/>
                <a:ea typeface="Inter"/>
                <a:cs typeface="Inter"/>
                <a:sym typeface="Inter"/>
              </a:rPr>
              <a:t>Leverage the public's unfamiliarity with this alternative and present it as </a:t>
            </a:r>
            <a:endParaRPr sz="1500">
              <a:solidFill>
                <a:srgbClr val="9E9E9E"/>
              </a:solidFill>
              <a:latin typeface="Inter"/>
              <a:ea typeface="Inter"/>
              <a:cs typeface="Inter"/>
              <a:sym typeface="Inter"/>
            </a:endParaRPr>
          </a:p>
          <a:p>
            <a:pPr indent="0" lvl="0" marL="0" rtl="0" algn="ctr">
              <a:spcBef>
                <a:spcPts val="0"/>
              </a:spcBef>
              <a:spcAft>
                <a:spcPts val="0"/>
              </a:spcAft>
              <a:buNone/>
            </a:pPr>
            <a:r>
              <a:rPr lang="en" sz="1500">
                <a:solidFill>
                  <a:srgbClr val="9E9E9E"/>
                </a:solidFill>
                <a:latin typeface="Inter"/>
                <a:ea typeface="Inter"/>
                <a:cs typeface="Inter"/>
                <a:sym typeface="Inter"/>
              </a:rPr>
              <a:t>a </a:t>
            </a:r>
            <a:r>
              <a:rPr lang="en" sz="1500">
                <a:solidFill>
                  <a:srgbClr val="ED1E44"/>
                </a:solidFill>
                <a:latin typeface="Inter"/>
                <a:ea typeface="Inter"/>
                <a:cs typeface="Inter"/>
                <a:sym typeface="Inter"/>
              </a:rPr>
              <a:t>new way to explore</a:t>
            </a:r>
            <a:r>
              <a:rPr lang="en" sz="1500">
                <a:solidFill>
                  <a:srgbClr val="9E9E9E"/>
                </a:solidFill>
                <a:latin typeface="Inter"/>
                <a:ea typeface="Inter"/>
                <a:cs typeface="Inter"/>
                <a:sym typeface="Inter"/>
              </a:rPr>
              <a:t> a destination.</a:t>
            </a:r>
            <a:endParaRPr sz="1500">
              <a:solidFill>
                <a:srgbClr val="9E9E9E"/>
              </a:solidFill>
              <a:latin typeface="Inter"/>
              <a:ea typeface="Inter"/>
              <a:cs typeface="Inter"/>
              <a:sym typeface="Inter"/>
            </a:endParaRPr>
          </a:p>
          <a:p>
            <a:pPr indent="0" lvl="0" marL="0" rtl="0" algn="l">
              <a:spcBef>
                <a:spcPts val="0"/>
              </a:spcBef>
              <a:spcAft>
                <a:spcPts val="0"/>
              </a:spcAft>
              <a:buNone/>
            </a:pPr>
            <a:r>
              <a:t/>
            </a:r>
            <a:endParaRPr sz="1500">
              <a:solidFill>
                <a:srgbClr val="9E9E9E"/>
              </a:solidFill>
              <a:latin typeface="Inter"/>
              <a:ea typeface="Inter"/>
              <a:cs typeface="Inter"/>
              <a:sym typeface="Inter"/>
            </a:endParaRPr>
          </a:p>
          <a:p>
            <a:pPr indent="-323850" lvl="0" marL="457200" rtl="0" algn="l">
              <a:spcBef>
                <a:spcPts val="0"/>
              </a:spcBef>
              <a:spcAft>
                <a:spcPts val="0"/>
              </a:spcAft>
              <a:buClr>
                <a:srgbClr val="9E9E9E"/>
              </a:buClr>
              <a:buSzPts val="1500"/>
              <a:buFont typeface="Inter"/>
              <a:buAutoNum type="arabicPeriod"/>
            </a:pPr>
            <a:r>
              <a:rPr lang="en" sz="1500">
                <a:solidFill>
                  <a:srgbClr val="9E9E9E"/>
                </a:solidFill>
                <a:latin typeface="Inter"/>
                <a:ea typeface="Inter"/>
                <a:cs typeface="Inter"/>
                <a:sym typeface="Inter"/>
              </a:rPr>
              <a:t>Create content. Reach out to as many travel influencers as possible and encourage them to create tours on the app. Make them the first "ambassadors" and let them promote their tours on their networks, which becomes free marketing for Pocket Tours.</a:t>
            </a:r>
            <a:endParaRPr sz="1500">
              <a:solidFill>
                <a:srgbClr val="9E9E9E"/>
              </a:solidFill>
              <a:latin typeface="Inter"/>
              <a:ea typeface="Inter"/>
              <a:cs typeface="Inter"/>
              <a:sym typeface="Inter"/>
            </a:endParaRPr>
          </a:p>
          <a:p>
            <a:pPr indent="0" lvl="0" marL="457200" rtl="0" algn="l">
              <a:spcBef>
                <a:spcPts val="0"/>
              </a:spcBef>
              <a:spcAft>
                <a:spcPts val="0"/>
              </a:spcAft>
              <a:buNone/>
            </a:pPr>
            <a:r>
              <a:t/>
            </a:r>
            <a:endParaRPr sz="1500">
              <a:solidFill>
                <a:srgbClr val="9E9E9E"/>
              </a:solidFill>
              <a:latin typeface="Inter"/>
              <a:ea typeface="Inter"/>
              <a:cs typeface="Inter"/>
              <a:sym typeface="Inter"/>
            </a:endParaRPr>
          </a:p>
          <a:p>
            <a:pPr indent="-323850" lvl="0" marL="457200" rtl="0" algn="l">
              <a:spcBef>
                <a:spcPts val="0"/>
              </a:spcBef>
              <a:spcAft>
                <a:spcPts val="0"/>
              </a:spcAft>
              <a:buClr>
                <a:srgbClr val="9E9E9E"/>
              </a:buClr>
              <a:buSzPts val="1500"/>
              <a:buFont typeface="Inter"/>
              <a:buAutoNum type="arabicPeriod"/>
            </a:pPr>
            <a:r>
              <a:rPr lang="en" sz="1500">
                <a:solidFill>
                  <a:srgbClr val="9E9E9E"/>
                </a:solidFill>
                <a:latin typeface="Inter"/>
                <a:ea typeface="Inter"/>
                <a:cs typeface="Inter"/>
                <a:sym typeface="Inter"/>
              </a:rPr>
              <a:t>Create referral campaigns for tourists.</a:t>
            </a:r>
            <a:endParaRPr sz="1500">
              <a:solidFill>
                <a:srgbClr val="9E9E9E"/>
              </a:solidFill>
              <a:latin typeface="Inter"/>
              <a:ea typeface="Inter"/>
              <a:cs typeface="Inter"/>
              <a:sym typeface="Inter"/>
            </a:endParaRPr>
          </a:p>
          <a:p>
            <a:pPr indent="0" lvl="0" marL="457200" rtl="0" algn="l">
              <a:spcBef>
                <a:spcPts val="0"/>
              </a:spcBef>
              <a:spcAft>
                <a:spcPts val="0"/>
              </a:spcAft>
              <a:buNone/>
            </a:pPr>
            <a:r>
              <a:t/>
            </a:r>
            <a:endParaRPr sz="1500">
              <a:solidFill>
                <a:srgbClr val="9E9E9E"/>
              </a:solidFill>
              <a:latin typeface="Inter"/>
              <a:ea typeface="Inter"/>
              <a:cs typeface="Inter"/>
              <a:sym typeface="Inter"/>
            </a:endParaRPr>
          </a:p>
          <a:p>
            <a:pPr indent="-323850" lvl="0" marL="457200" rtl="0" algn="l">
              <a:spcBef>
                <a:spcPts val="0"/>
              </a:spcBef>
              <a:spcAft>
                <a:spcPts val="0"/>
              </a:spcAft>
              <a:buClr>
                <a:srgbClr val="9E9E9E"/>
              </a:buClr>
              <a:buSzPts val="1500"/>
              <a:buFont typeface="Inter"/>
              <a:buAutoNum type="arabicPeriod"/>
            </a:pPr>
            <a:r>
              <a:rPr lang="en" sz="1500">
                <a:solidFill>
                  <a:srgbClr val="9E9E9E"/>
                </a:solidFill>
                <a:latin typeface="Inter"/>
                <a:ea typeface="Inter"/>
                <a:cs typeface="Inter"/>
                <a:sym typeface="Inter"/>
              </a:rPr>
              <a:t>Run targeted digital advertising campaigns aimed at tourists.</a:t>
            </a:r>
            <a:endParaRPr sz="1500">
              <a:solidFill>
                <a:srgbClr val="9E9E9E"/>
              </a:solidFill>
              <a:latin typeface="Inter"/>
              <a:ea typeface="Inter"/>
              <a:cs typeface="Inter"/>
              <a:sym typeface="Inter"/>
            </a:endParaRPr>
          </a:p>
          <a:p>
            <a:pPr indent="0" lvl="0" marL="457200" rtl="0" algn="l">
              <a:spcBef>
                <a:spcPts val="0"/>
              </a:spcBef>
              <a:spcAft>
                <a:spcPts val="0"/>
              </a:spcAft>
              <a:buNone/>
            </a:pPr>
            <a:r>
              <a:t/>
            </a:r>
            <a:endParaRPr sz="1500">
              <a:solidFill>
                <a:srgbClr val="9E9E9E"/>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cxnSp>
        <p:nvCxnSpPr>
          <p:cNvPr id="185" name="Google Shape;185;g2c54f546731_0_1"/>
          <p:cNvCxnSpPr/>
          <p:nvPr/>
        </p:nvCxnSpPr>
        <p:spPr>
          <a:xfrm rot="10800000">
            <a:off x="968400" y="270025"/>
            <a:ext cx="8175600" cy="4800"/>
          </a:xfrm>
          <a:prstGeom prst="straightConnector1">
            <a:avLst/>
          </a:prstGeom>
          <a:noFill/>
          <a:ln cap="flat" cmpd="sng" w="28575">
            <a:solidFill>
              <a:srgbClr val="ED1E44"/>
            </a:solidFill>
            <a:prstDash val="solid"/>
            <a:round/>
            <a:headEnd len="sm" w="sm" type="none"/>
            <a:tailEnd len="sm" w="sm" type="none"/>
          </a:ln>
        </p:spPr>
      </p:cxnSp>
      <p:pic>
        <p:nvPicPr>
          <p:cNvPr id="186" name="Google Shape;186;g2c54f546731_0_1"/>
          <p:cNvPicPr preferRelativeResize="0"/>
          <p:nvPr/>
        </p:nvPicPr>
        <p:blipFill rotWithShape="1">
          <a:blip r:embed="rId3">
            <a:alphaModFix/>
          </a:blip>
          <a:srcRect b="44952" l="23629" r="28116" t="0"/>
          <a:stretch/>
        </p:blipFill>
        <p:spPr>
          <a:xfrm>
            <a:off x="235225" y="181550"/>
            <a:ext cx="572326" cy="551551"/>
          </a:xfrm>
          <a:prstGeom prst="rect">
            <a:avLst/>
          </a:prstGeom>
          <a:noFill/>
          <a:ln>
            <a:noFill/>
          </a:ln>
        </p:spPr>
      </p:pic>
      <p:sp>
        <p:nvSpPr>
          <p:cNvPr id="187" name="Google Shape;187;g2c54f546731_0_1"/>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88" name="Google Shape;188;g2c54f546731_0_1"/>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pockettours.com</a:t>
            </a:r>
            <a:endParaRPr b="0" i="0" sz="1100" u="none" cap="none" strike="noStrike">
              <a:solidFill>
                <a:srgbClr val="999999"/>
              </a:solidFill>
              <a:latin typeface="Fredoka"/>
              <a:ea typeface="Fredoka"/>
              <a:cs typeface="Fredoka"/>
              <a:sym typeface="Fredoka"/>
            </a:endParaRPr>
          </a:p>
        </p:txBody>
      </p:sp>
      <p:sp>
        <p:nvSpPr>
          <p:cNvPr id="189" name="Google Shape;189;g2c54f546731_0_1"/>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@2024</a:t>
            </a:r>
            <a:endParaRPr b="0" i="0" sz="1100" u="none" cap="none" strike="noStrike">
              <a:solidFill>
                <a:srgbClr val="999999"/>
              </a:solidFill>
              <a:latin typeface="Fredoka"/>
              <a:ea typeface="Fredoka"/>
              <a:cs typeface="Fredoka"/>
              <a:sym typeface="Fredoka"/>
            </a:endParaRPr>
          </a:p>
        </p:txBody>
      </p:sp>
      <p:sp>
        <p:nvSpPr>
          <p:cNvPr id="190" name="Google Shape;190;g2c54f546731_0_1"/>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city tours in your pocket</a:t>
            </a:r>
            <a:endParaRPr b="0" i="0" sz="1100" u="none" cap="none" strike="noStrike">
              <a:solidFill>
                <a:srgbClr val="999999"/>
              </a:solidFill>
              <a:latin typeface="Fredoka"/>
              <a:ea typeface="Fredoka"/>
              <a:cs typeface="Fredoka"/>
              <a:sym typeface="Fredoka"/>
            </a:endParaRPr>
          </a:p>
        </p:txBody>
      </p:sp>
      <p:sp>
        <p:nvSpPr>
          <p:cNvPr id="191" name="Google Shape;191;g2c54f546731_0_1"/>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Fredoka Medium"/>
                <a:ea typeface="Fredoka Medium"/>
                <a:cs typeface="Fredoka Medium"/>
                <a:sym typeface="Fredoka Medium"/>
              </a:rPr>
              <a:t>Business Roadmap</a:t>
            </a:r>
            <a:endParaRPr b="0" i="0" sz="1400" u="none" cap="none" strike="noStrike">
              <a:solidFill>
                <a:schemeClr val="lt1"/>
              </a:solidFill>
              <a:latin typeface="Fredoka Medium"/>
              <a:ea typeface="Fredoka Medium"/>
              <a:cs typeface="Fredoka Medium"/>
              <a:sym typeface="Fredoka Medium"/>
            </a:endParaRPr>
          </a:p>
        </p:txBody>
      </p:sp>
      <p:sp>
        <p:nvSpPr>
          <p:cNvPr id="192" name="Google Shape;192;g2c54f546731_0_1"/>
          <p:cNvSpPr txBox="1"/>
          <p:nvPr/>
        </p:nvSpPr>
        <p:spPr>
          <a:xfrm>
            <a:off x="1642800" y="2432875"/>
            <a:ext cx="2525100" cy="708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700"/>
              <a:buFont typeface="Arial"/>
              <a:buNone/>
            </a:pPr>
            <a:r>
              <a:rPr b="1" i="0" lang="en" sz="1700" u="none" cap="none" strike="noStrike">
                <a:solidFill>
                  <a:schemeClr val="dk2"/>
                </a:solidFill>
                <a:latin typeface="Inter"/>
                <a:ea typeface="Inter"/>
                <a:cs typeface="Inter"/>
                <a:sym typeface="Inter"/>
              </a:rPr>
              <a:t>Business Plan</a:t>
            </a:r>
            <a:endParaRPr b="1" i="0" sz="1700" u="none" cap="none" strike="noStrike">
              <a:solidFill>
                <a:schemeClr val="dk2"/>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1700"/>
              <a:buFont typeface="Arial"/>
              <a:buNone/>
            </a:pPr>
            <a:r>
              <a:rPr b="1" i="0" lang="en" sz="1700" u="none" cap="none" strike="noStrike">
                <a:solidFill>
                  <a:schemeClr val="dk2"/>
                </a:solidFill>
                <a:latin typeface="Inter"/>
                <a:ea typeface="Inter"/>
                <a:cs typeface="Inter"/>
                <a:sym typeface="Inter"/>
              </a:rPr>
              <a:t>Financial Forecast</a:t>
            </a:r>
            <a:endParaRPr b="1" i="0" sz="1700" u="none" cap="none" strike="noStrike">
              <a:solidFill>
                <a:schemeClr val="dk2"/>
              </a:solidFill>
              <a:latin typeface="Inter"/>
              <a:ea typeface="Inter"/>
              <a:cs typeface="Inter"/>
              <a:sym typeface="Inter"/>
            </a:endParaRPr>
          </a:p>
        </p:txBody>
      </p:sp>
      <p:cxnSp>
        <p:nvCxnSpPr>
          <p:cNvPr id="193" name="Google Shape;193;g2c54f546731_0_1"/>
          <p:cNvCxnSpPr/>
          <p:nvPr/>
        </p:nvCxnSpPr>
        <p:spPr>
          <a:xfrm rot="10800000">
            <a:off x="643600" y="1884650"/>
            <a:ext cx="7653000" cy="7200"/>
          </a:xfrm>
          <a:prstGeom prst="straightConnector1">
            <a:avLst/>
          </a:prstGeom>
          <a:noFill/>
          <a:ln cap="flat" cmpd="sng" w="28575">
            <a:solidFill>
              <a:srgbClr val="ED1E44"/>
            </a:solidFill>
            <a:prstDash val="dash"/>
            <a:round/>
            <a:headEnd len="med" w="med" type="stealth"/>
            <a:tailEnd len="sm" w="sm" type="none"/>
          </a:ln>
        </p:spPr>
      </p:cxnSp>
      <p:sp>
        <p:nvSpPr>
          <p:cNvPr id="194" name="Google Shape;194;g2c54f546731_0_1"/>
          <p:cNvSpPr txBox="1"/>
          <p:nvPr/>
        </p:nvSpPr>
        <p:spPr>
          <a:xfrm>
            <a:off x="67700" y="3043400"/>
            <a:ext cx="2525100" cy="969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700"/>
              <a:buFont typeface="Arial"/>
              <a:buNone/>
            </a:pPr>
            <a:r>
              <a:rPr b="1" i="0" lang="en" sz="1700" u="none" cap="none" strike="noStrike">
                <a:solidFill>
                  <a:schemeClr val="dk2"/>
                </a:solidFill>
                <a:latin typeface="Inter"/>
                <a:ea typeface="Inter"/>
                <a:cs typeface="Inter"/>
                <a:sym typeface="Inter"/>
              </a:rPr>
              <a:t>Concept</a:t>
            </a:r>
            <a:endParaRPr b="1" i="0" sz="1700" u="none" cap="none" strike="noStrike">
              <a:solidFill>
                <a:schemeClr val="dk2"/>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1700"/>
              <a:buFont typeface="Arial"/>
              <a:buNone/>
            </a:pPr>
            <a:r>
              <a:rPr b="1" i="0" lang="en" sz="1700" u="none" cap="none" strike="noStrike">
                <a:solidFill>
                  <a:schemeClr val="dk2"/>
                </a:solidFill>
                <a:latin typeface="Inter"/>
                <a:ea typeface="Inter"/>
                <a:cs typeface="Inter"/>
                <a:sym typeface="Inter"/>
              </a:rPr>
              <a:t>Market Research</a:t>
            </a:r>
            <a:endParaRPr b="1" i="0" sz="1700" u="none" cap="none" strike="noStrike">
              <a:solidFill>
                <a:schemeClr val="dk2"/>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1700"/>
              <a:buFont typeface="Arial"/>
              <a:buNone/>
            </a:pPr>
            <a:r>
              <a:rPr b="1" i="0" lang="en" sz="1700" u="none" cap="none" strike="noStrike">
                <a:solidFill>
                  <a:schemeClr val="dk2"/>
                </a:solidFill>
                <a:latin typeface="Inter"/>
                <a:ea typeface="Inter"/>
                <a:cs typeface="Inter"/>
                <a:sym typeface="Inter"/>
              </a:rPr>
              <a:t>Team</a:t>
            </a:r>
            <a:endParaRPr b="1" i="0" sz="1700" u="none" cap="none" strike="noStrike">
              <a:solidFill>
                <a:schemeClr val="dk2"/>
              </a:solidFill>
              <a:latin typeface="Inter"/>
              <a:ea typeface="Inter"/>
              <a:cs typeface="Inter"/>
              <a:sym typeface="Inter"/>
            </a:endParaRPr>
          </a:p>
        </p:txBody>
      </p:sp>
      <p:cxnSp>
        <p:nvCxnSpPr>
          <p:cNvPr id="195" name="Google Shape;195;g2c54f546731_0_1"/>
          <p:cNvCxnSpPr>
            <a:endCxn id="194" idx="0"/>
          </p:cNvCxnSpPr>
          <p:nvPr/>
        </p:nvCxnSpPr>
        <p:spPr>
          <a:xfrm>
            <a:off x="1330250" y="1891700"/>
            <a:ext cx="0" cy="1151700"/>
          </a:xfrm>
          <a:prstGeom prst="straightConnector1">
            <a:avLst/>
          </a:prstGeom>
          <a:noFill/>
          <a:ln cap="flat" cmpd="sng" w="28575">
            <a:solidFill>
              <a:srgbClr val="ED1E44"/>
            </a:solidFill>
            <a:prstDash val="dash"/>
            <a:round/>
            <a:headEnd len="sm" w="sm" type="none"/>
            <a:tailEnd len="sm" w="sm" type="none"/>
          </a:ln>
        </p:spPr>
      </p:cxnSp>
      <p:cxnSp>
        <p:nvCxnSpPr>
          <p:cNvPr id="196" name="Google Shape;196;g2c54f546731_0_1"/>
          <p:cNvCxnSpPr>
            <a:endCxn id="192" idx="0"/>
          </p:cNvCxnSpPr>
          <p:nvPr/>
        </p:nvCxnSpPr>
        <p:spPr>
          <a:xfrm>
            <a:off x="2905350" y="1884775"/>
            <a:ext cx="0" cy="548100"/>
          </a:xfrm>
          <a:prstGeom prst="straightConnector1">
            <a:avLst/>
          </a:prstGeom>
          <a:noFill/>
          <a:ln cap="flat" cmpd="sng" w="28575">
            <a:solidFill>
              <a:srgbClr val="ED1E44"/>
            </a:solidFill>
            <a:prstDash val="dash"/>
            <a:round/>
            <a:headEnd len="sm" w="sm" type="none"/>
            <a:tailEnd len="sm" w="sm" type="none"/>
          </a:ln>
        </p:spPr>
      </p:cxnSp>
      <p:sp>
        <p:nvSpPr>
          <p:cNvPr id="197" name="Google Shape;197;g2c54f546731_0_1"/>
          <p:cNvSpPr txBox="1"/>
          <p:nvPr/>
        </p:nvSpPr>
        <p:spPr>
          <a:xfrm>
            <a:off x="3056450" y="3442525"/>
            <a:ext cx="2525100" cy="1015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lang="en" sz="3200">
                <a:solidFill>
                  <a:srgbClr val="ED1E44"/>
                </a:solidFill>
                <a:latin typeface="Fredoka"/>
                <a:ea typeface="Fredoka"/>
                <a:cs typeface="Fredoka"/>
                <a:sym typeface="Fredoka"/>
              </a:rPr>
              <a:t>CALL FIT</a:t>
            </a:r>
            <a:endParaRPr b="1" sz="3200">
              <a:solidFill>
                <a:srgbClr val="ED1E44"/>
              </a:solidFill>
              <a:latin typeface="Fredoka"/>
              <a:ea typeface="Fredoka"/>
              <a:cs typeface="Fredoka"/>
              <a:sym typeface="Fredoka"/>
            </a:endParaRPr>
          </a:p>
          <a:p>
            <a:pPr indent="0" lvl="0" marL="0" marR="0" rtl="0" algn="ctr">
              <a:lnSpc>
                <a:spcPct val="100000"/>
              </a:lnSpc>
              <a:spcBef>
                <a:spcPts val="0"/>
              </a:spcBef>
              <a:spcAft>
                <a:spcPts val="0"/>
              </a:spcAft>
              <a:buClr>
                <a:srgbClr val="000000"/>
              </a:buClr>
              <a:buSzPts val="3200"/>
              <a:buFont typeface="Arial"/>
              <a:buNone/>
            </a:pPr>
            <a:r>
              <a:rPr b="1" lang="en" sz="2200">
                <a:solidFill>
                  <a:srgbClr val="ED1E44"/>
                </a:solidFill>
                <a:latin typeface="Fredoka"/>
                <a:ea typeface="Fredoka"/>
                <a:cs typeface="Fredoka"/>
                <a:sym typeface="Fredoka"/>
              </a:rPr>
              <a:t>Portugal ventures</a:t>
            </a:r>
            <a:endParaRPr b="1" sz="2200">
              <a:solidFill>
                <a:srgbClr val="ED1E44"/>
              </a:solidFill>
              <a:latin typeface="Fredoka"/>
              <a:ea typeface="Fredoka"/>
              <a:cs typeface="Fredoka"/>
              <a:sym typeface="Fredoka"/>
            </a:endParaRPr>
          </a:p>
        </p:txBody>
      </p:sp>
      <p:cxnSp>
        <p:nvCxnSpPr>
          <p:cNvPr id="198" name="Google Shape;198;g2c54f546731_0_1"/>
          <p:cNvCxnSpPr>
            <a:endCxn id="197" idx="0"/>
          </p:cNvCxnSpPr>
          <p:nvPr/>
        </p:nvCxnSpPr>
        <p:spPr>
          <a:xfrm>
            <a:off x="4319000" y="1884625"/>
            <a:ext cx="0" cy="1557900"/>
          </a:xfrm>
          <a:prstGeom prst="straightConnector1">
            <a:avLst/>
          </a:prstGeom>
          <a:noFill/>
          <a:ln cap="flat" cmpd="sng" w="28575">
            <a:solidFill>
              <a:srgbClr val="ED1E44"/>
            </a:solidFill>
            <a:prstDash val="dash"/>
            <a:round/>
            <a:headEnd len="sm" w="sm" type="none"/>
            <a:tailEnd len="sm" w="sm" type="none"/>
          </a:ln>
        </p:spPr>
      </p:cxnSp>
      <p:pic>
        <p:nvPicPr>
          <p:cNvPr id="199" name="Google Shape;199;g2c54f546731_0_1"/>
          <p:cNvPicPr preferRelativeResize="0"/>
          <p:nvPr/>
        </p:nvPicPr>
        <p:blipFill rotWithShape="1">
          <a:blip r:embed="rId4">
            <a:alphaModFix/>
          </a:blip>
          <a:srcRect b="0" l="0" r="0" t="0"/>
          <a:stretch/>
        </p:blipFill>
        <p:spPr>
          <a:xfrm>
            <a:off x="3199463" y="1081351"/>
            <a:ext cx="825427" cy="825427"/>
          </a:xfrm>
          <a:prstGeom prst="rect">
            <a:avLst/>
          </a:prstGeom>
          <a:noFill/>
          <a:ln>
            <a:noFill/>
          </a:ln>
        </p:spPr>
      </p:pic>
      <p:sp>
        <p:nvSpPr>
          <p:cNvPr id="200" name="Google Shape;200;g2c54f546731_0_1"/>
          <p:cNvSpPr txBox="1"/>
          <p:nvPr/>
        </p:nvSpPr>
        <p:spPr>
          <a:xfrm>
            <a:off x="4319000" y="2432875"/>
            <a:ext cx="1957800" cy="446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700"/>
              <a:buFont typeface="Arial"/>
              <a:buNone/>
            </a:pPr>
            <a:r>
              <a:rPr b="1" i="0" lang="en" sz="1700" u="none" cap="none" strike="noStrike">
                <a:solidFill>
                  <a:schemeClr val="dk2"/>
                </a:solidFill>
                <a:latin typeface="Inter"/>
                <a:ea typeface="Inter"/>
                <a:cs typeface="Inter"/>
                <a:sym typeface="Inter"/>
              </a:rPr>
              <a:t>Product Dev</a:t>
            </a:r>
            <a:endParaRPr b="1" i="0" sz="1700" u="none" cap="none" strike="noStrike">
              <a:solidFill>
                <a:schemeClr val="dk2"/>
              </a:solidFill>
              <a:latin typeface="Inter"/>
              <a:ea typeface="Inter"/>
              <a:cs typeface="Inter"/>
              <a:sym typeface="Inter"/>
            </a:endParaRPr>
          </a:p>
        </p:txBody>
      </p:sp>
      <p:cxnSp>
        <p:nvCxnSpPr>
          <p:cNvPr id="201" name="Google Shape;201;g2c54f546731_0_1"/>
          <p:cNvCxnSpPr>
            <a:endCxn id="200" idx="0"/>
          </p:cNvCxnSpPr>
          <p:nvPr/>
        </p:nvCxnSpPr>
        <p:spPr>
          <a:xfrm flipH="1">
            <a:off x="5297900" y="1891975"/>
            <a:ext cx="3300" cy="540900"/>
          </a:xfrm>
          <a:prstGeom prst="straightConnector1">
            <a:avLst/>
          </a:prstGeom>
          <a:noFill/>
          <a:ln cap="flat" cmpd="sng" w="28575">
            <a:solidFill>
              <a:srgbClr val="ED1E44"/>
            </a:solidFill>
            <a:prstDash val="dash"/>
            <a:round/>
            <a:headEnd len="sm" w="sm" type="none"/>
            <a:tailEnd len="sm" w="sm" type="none"/>
          </a:ln>
        </p:spPr>
      </p:cxnSp>
      <p:sp>
        <p:nvSpPr>
          <p:cNvPr id="202" name="Google Shape;202;g2c54f546731_0_1"/>
          <p:cNvSpPr txBox="1"/>
          <p:nvPr/>
        </p:nvSpPr>
        <p:spPr>
          <a:xfrm>
            <a:off x="5373350" y="3140863"/>
            <a:ext cx="1957800" cy="708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700"/>
              <a:buFont typeface="Arial"/>
              <a:buNone/>
            </a:pPr>
            <a:r>
              <a:rPr b="1" i="0" lang="en" sz="1700" u="none" cap="none" strike="noStrike">
                <a:solidFill>
                  <a:schemeClr val="dk2"/>
                </a:solidFill>
                <a:latin typeface="Inter"/>
                <a:ea typeface="Inter"/>
                <a:cs typeface="Inter"/>
                <a:sym typeface="Inter"/>
              </a:rPr>
              <a:t>Launch in Europe</a:t>
            </a:r>
            <a:endParaRPr b="1" i="0" sz="1700" u="none" cap="none" strike="noStrike">
              <a:solidFill>
                <a:schemeClr val="dk2"/>
              </a:solidFill>
              <a:latin typeface="Inter"/>
              <a:ea typeface="Inter"/>
              <a:cs typeface="Inter"/>
              <a:sym typeface="Inter"/>
            </a:endParaRPr>
          </a:p>
        </p:txBody>
      </p:sp>
      <p:cxnSp>
        <p:nvCxnSpPr>
          <p:cNvPr id="203" name="Google Shape;203;g2c54f546731_0_1"/>
          <p:cNvCxnSpPr>
            <a:endCxn id="202" idx="0"/>
          </p:cNvCxnSpPr>
          <p:nvPr/>
        </p:nvCxnSpPr>
        <p:spPr>
          <a:xfrm>
            <a:off x="6345650" y="1901863"/>
            <a:ext cx="6600" cy="1239000"/>
          </a:xfrm>
          <a:prstGeom prst="straightConnector1">
            <a:avLst/>
          </a:prstGeom>
          <a:noFill/>
          <a:ln cap="flat" cmpd="sng" w="28575">
            <a:solidFill>
              <a:srgbClr val="ED1E44"/>
            </a:solidFill>
            <a:prstDash val="dash"/>
            <a:round/>
            <a:headEnd len="sm" w="sm" type="none"/>
            <a:tailEnd len="sm" w="sm" type="none"/>
          </a:ln>
        </p:spPr>
      </p:cxnSp>
      <p:cxnSp>
        <p:nvCxnSpPr>
          <p:cNvPr id="204" name="Google Shape;204;g2c54f546731_0_1"/>
          <p:cNvCxnSpPr>
            <a:endCxn id="205" idx="0"/>
          </p:cNvCxnSpPr>
          <p:nvPr/>
        </p:nvCxnSpPr>
        <p:spPr>
          <a:xfrm>
            <a:off x="7528000" y="1897588"/>
            <a:ext cx="300" cy="901800"/>
          </a:xfrm>
          <a:prstGeom prst="straightConnector1">
            <a:avLst/>
          </a:prstGeom>
          <a:noFill/>
          <a:ln cap="flat" cmpd="sng" w="28575">
            <a:solidFill>
              <a:srgbClr val="ED1E44"/>
            </a:solidFill>
            <a:prstDash val="dash"/>
            <a:round/>
            <a:headEnd len="sm" w="sm" type="none"/>
            <a:tailEnd len="sm" w="sm" type="none"/>
          </a:ln>
        </p:spPr>
      </p:cxnSp>
      <p:sp>
        <p:nvSpPr>
          <p:cNvPr id="205" name="Google Shape;205;g2c54f546731_0_1"/>
          <p:cNvSpPr txBox="1"/>
          <p:nvPr/>
        </p:nvSpPr>
        <p:spPr>
          <a:xfrm>
            <a:off x="6549400" y="2799388"/>
            <a:ext cx="1957800" cy="446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700"/>
              <a:buFont typeface="Arial"/>
              <a:buNone/>
            </a:pPr>
            <a:r>
              <a:rPr b="1" lang="en" sz="1700">
                <a:solidFill>
                  <a:schemeClr val="dk2"/>
                </a:solidFill>
                <a:latin typeface="Inter"/>
                <a:ea typeface="Inter"/>
                <a:cs typeface="Inter"/>
                <a:sym typeface="Inter"/>
              </a:rPr>
              <a:t>Pre </a:t>
            </a:r>
            <a:r>
              <a:rPr b="1" i="0" lang="en" sz="1700" u="none" cap="none" strike="noStrike">
                <a:solidFill>
                  <a:schemeClr val="dk2"/>
                </a:solidFill>
                <a:latin typeface="Inter"/>
                <a:ea typeface="Inter"/>
                <a:cs typeface="Inter"/>
                <a:sym typeface="Inter"/>
              </a:rPr>
              <a:t>Seed Round</a:t>
            </a:r>
            <a:endParaRPr b="1" i="0" sz="1700" u="none" cap="none" strike="noStrike">
              <a:solidFill>
                <a:schemeClr val="dk2"/>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2bf215b6af8_0_5"/>
          <p:cNvSpPr txBox="1"/>
          <p:nvPr/>
        </p:nvSpPr>
        <p:spPr>
          <a:xfrm>
            <a:off x="4653075" y="1162975"/>
            <a:ext cx="42765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9E9E9E"/>
                </a:solidFill>
                <a:latin typeface="Inter"/>
                <a:ea typeface="Inter"/>
                <a:cs typeface="Inter"/>
                <a:sym typeface="Inter"/>
              </a:rPr>
              <a:t>Pre-Seed Round (9 months after)</a:t>
            </a:r>
            <a:endParaRPr b="1" sz="1800">
              <a:solidFill>
                <a:srgbClr val="9E9E9E"/>
              </a:solidFill>
              <a:latin typeface="Inter"/>
              <a:ea typeface="Inter"/>
              <a:cs typeface="Inter"/>
              <a:sym typeface="Inter"/>
            </a:endParaRPr>
          </a:p>
          <a:p>
            <a:pPr indent="0" lvl="0" marL="0" rtl="0" algn="l">
              <a:spcBef>
                <a:spcPts val="0"/>
              </a:spcBef>
              <a:spcAft>
                <a:spcPts val="0"/>
              </a:spcAft>
              <a:buNone/>
            </a:pPr>
            <a:r>
              <a:t/>
            </a:r>
            <a:endParaRPr b="1" sz="1800">
              <a:solidFill>
                <a:srgbClr val="9E9E9E"/>
              </a:solidFill>
              <a:latin typeface="Inter"/>
              <a:ea typeface="Inter"/>
              <a:cs typeface="Inter"/>
              <a:sym typeface="Inter"/>
            </a:endParaRPr>
          </a:p>
          <a:p>
            <a:pPr indent="0" lvl="0" marL="0" rtl="0" algn="l">
              <a:spcBef>
                <a:spcPts val="0"/>
              </a:spcBef>
              <a:spcAft>
                <a:spcPts val="0"/>
              </a:spcAft>
              <a:buNone/>
            </a:pPr>
            <a:r>
              <a:rPr lang="en" sz="1800">
                <a:solidFill>
                  <a:schemeClr val="dk2"/>
                </a:solidFill>
                <a:latin typeface="Inter"/>
                <a:ea typeface="Inter"/>
                <a:cs typeface="Inter"/>
                <a:sym typeface="Inter"/>
              </a:rPr>
              <a:t>Marketing</a:t>
            </a:r>
            <a:endParaRPr sz="1800">
              <a:solidFill>
                <a:schemeClr val="dk2"/>
              </a:solidFill>
              <a:latin typeface="Inter"/>
              <a:ea typeface="Inter"/>
              <a:cs typeface="Inter"/>
              <a:sym typeface="Inter"/>
            </a:endParaRPr>
          </a:p>
          <a:p>
            <a:pPr indent="0" lvl="0" marL="0" rtl="0" algn="l">
              <a:spcBef>
                <a:spcPts val="0"/>
              </a:spcBef>
              <a:spcAft>
                <a:spcPts val="0"/>
              </a:spcAft>
              <a:buNone/>
            </a:pPr>
            <a:r>
              <a:t/>
            </a:r>
            <a:endParaRPr sz="1800">
              <a:solidFill>
                <a:schemeClr val="dk2"/>
              </a:solidFill>
              <a:latin typeface="Inter"/>
              <a:ea typeface="Inter"/>
              <a:cs typeface="Inter"/>
              <a:sym typeface="Inter"/>
            </a:endParaRPr>
          </a:p>
          <a:p>
            <a:pPr indent="0" lvl="0" marL="0" rtl="0" algn="l">
              <a:spcBef>
                <a:spcPts val="0"/>
              </a:spcBef>
              <a:spcAft>
                <a:spcPts val="0"/>
              </a:spcAft>
              <a:buNone/>
            </a:pPr>
            <a:r>
              <a:rPr lang="en" sz="1800">
                <a:solidFill>
                  <a:schemeClr val="dk2"/>
                </a:solidFill>
                <a:latin typeface="Inter"/>
                <a:ea typeface="Inter"/>
                <a:cs typeface="Inter"/>
                <a:sym typeface="Inter"/>
              </a:rPr>
              <a:t>Business Operations</a:t>
            </a:r>
            <a:endParaRPr sz="1800">
              <a:solidFill>
                <a:schemeClr val="dk2"/>
              </a:solidFill>
              <a:latin typeface="Inter"/>
              <a:ea typeface="Inter"/>
              <a:cs typeface="Inter"/>
              <a:sym typeface="Inter"/>
            </a:endParaRPr>
          </a:p>
          <a:p>
            <a:pPr indent="0" lvl="0" marL="0" rtl="0" algn="l">
              <a:spcBef>
                <a:spcPts val="0"/>
              </a:spcBef>
              <a:spcAft>
                <a:spcPts val="0"/>
              </a:spcAft>
              <a:buNone/>
            </a:pPr>
            <a:r>
              <a:t/>
            </a:r>
            <a:endParaRPr sz="1800">
              <a:solidFill>
                <a:schemeClr val="dk2"/>
              </a:solidFill>
              <a:latin typeface="Inter"/>
              <a:ea typeface="Inter"/>
              <a:cs typeface="Inter"/>
              <a:sym typeface="Inter"/>
            </a:endParaRPr>
          </a:p>
          <a:p>
            <a:pPr indent="0" lvl="0" marL="0" rtl="0" algn="l">
              <a:spcBef>
                <a:spcPts val="0"/>
              </a:spcBef>
              <a:spcAft>
                <a:spcPts val="0"/>
              </a:spcAft>
              <a:buNone/>
            </a:pPr>
            <a:r>
              <a:rPr lang="en" sz="1800">
                <a:solidFill>
                  <a:schemeClr val="dk2"/>
                </a:solidFill>
                <a:latin typeface="Inter"/>
                <a:ea typeface="Inter"/>
                <a:cs typeface="Inter"/>
                <a:sym typeface="Inter"/>
              </a:rPr>
              <a:t>Product </a:t>
            </a:r>
            <a:endParaRPr sz="1800">
              <a:solidFill>
                <a:schemeClr val="dk2"/>
              </a:solidFill>
              <a:latin typeface="Inter"/>
              <a:ea typeface="Inter"/>
              <a:cs typeface="Inter"/>
              <a:sym typeface="Inter"/>
            </a:endParaRPr>
          </a:p>
          <a:p>
            <a:pPr indent="0" lvl="0" marL="0" rtl="0" algn="l">
              <a:spcBef>
                <a:spcPts val="0"/>
              </a:spcBef>
              <a:spcAft>
                <a:spcPts val="0"/>
              </a:spcAft>
              <a:buNone/>
            </a:pPr>
            <a:r>
              <a:t/>
            </a:r>
            <a:endParaRPr sz="1800">
              <a:solidFill>
                <a:schemeClr val="dk2"/>
              </a:solidFill>
              <a:latin typeface="Inter"/>
              <a:ea typeface="Inter"/>
              <a:cs typeface="Inter"/>
              <a:sym typeface="Inter"/>
            </a:endParaRPr>
          </a:p>
          <a:p>
            <a:pPr indent="0" lvl="0" marL="0" rtl="0" algn="l">
              <a:spcBef>
                <a:spcPts val="0"/>
              </a:spcBef>
              <a:spcAft>
                <a:spcPts val="0"/>
              </a:spcAft>
              <a:buNone/>
            </a:pPr>
            <a:r>
              <a:rPr lang="en" sz="1800">
                <a:solidFill>
                  <a:schemeClr val="dk2"/>
                </a:solidFill>
                <a:latin typeface="Inter"/>
                <a:ea typeface="Inter"/>
                <a:cs typeface="Inter"/>
                <a:sym typeface="Inter"/>
              </a:rPr>
              <a:t>Total</a:t>
            </a:r>
            <a:endParaRPr sz="1800">
              <a:solidFill>
                <a:schemeClr val="dk2"/>
              </a:solidFill>
              <a:latin typeface="Inter"/>
              <a:ea typeface="Inter"/>
              <a:cs typeface="Inter"/>
              <a:sym typeface="Inter"/>
            </a:endParaRPr>
          </a:p>
        </p:txBody>
      </p:sp>
      <p:sp>
        <p:nvSpPr>
          <p:cNvPr id="211" name="Google Shape;211;g2bf215b6af8_0_5"/>
          <p:cNvSpPr txBox="1"/>
          <p:nvPr/>
        </p:nvSpPr>
        <p:spPr>
          <a:xfrm>
            <a:off x="214425" y="1162975"/>
            <a:ext cx="42765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9E9E9E"/>
                </a:solidFill>
                <a:latin typeface="Inter"/>
                <a:ea typeface="Inter"/>
                <a:cs typeface="Inter"/>
                <a:sym typeface="Inter"/>
              </a:rPr>
              <a:t>Portugal Ventures Call FIT</a:t>
            </a:r>
            <a:endParaRPr b="1" sz="1800">
              <a:solidFill>
                <a:srgbClr val="9E9E9E"/>
              </a:solidFill>
              <a:latin typeface="Inter"/>
              <a:ea typeface="Inter"/>
              <a:cs typeface="Inter"/>
              <a:sym typeface="Inter"/>
            </a:endParaRPr>
          </a:p>
          <a:p>
            <a:pPr indent="0" lvl="0" marL="0" rtl="0" algn="l">
              <a:spcBef>
                <a:spcPts val="0"/>
              </a:spcBef>
              <a:spcAft>
                <a:spcPts val="0"/>
              </a:spcAft>
              <a:buNone/>
            </a:pPr>
            <a:r>
              <a:t/>
            </a:r>
            <a:endParaRPr b="1" sz="1800">
              <a:solidFill>
                <a:srgbClr val="9E9E9E"/>
              </a:solidFill>
              <a:latin typeface="Inter"/>
              <a:ea typeface="Inter"/>
              <a:cs typeface="Inter"/>
              <a:sym typeface="Inter"/>
            </a:endParaRPr>
          </a:p>
          <a:p>
            <a:pPr indent="0" lvl="0" marL="0" rtl="0" algn="l">
              <a:spcBef>
                <a:spcPts val="0"/>
              </a:spcBef>
              <a:spcAft>
                <a:spcPts val="0"/>
              </a:spcAft>
              <a:buNone/>
            </a:pPr>
            <a:r>
              <a:rPr lang="en" sz="1800">
                <a:solidFill>
                  <a:schemeClr val="dk2"/>
                </a:solidFill>
                <a:latin typeface="Inter"/>
                <a:ea typeface="Inter"/>
                <a:cs typeface="Inter"/>
                <a:sym typeface="Inter"/>
              </a:rPr>
              <a:t>Marketing</a:t>
            </a:r>
            <a:endParaRPr sz="1800">
              <a:solidFill>
                <a:schemeClr val="dk2"/>
              </a:solidFill>
              <a:latin typeface="Inter"/>
              <a:ea typeface="Inter"/>
              <a:cs typeface="Inter"/>
              <a:sym typeface="Inter"/>
            </a:endParaRPr>
          </a:p>
          <a:p>
            <a:pPr indent="0" lvl="0" marL="0" rtl="0" algn="l">
              <a:spcBef>
                <a:spcPts val="0"/>
              </a:spcBef>
              <a:spcAft>
                <a:spcPts val="0"/>
              </a:spcAft>
              <a:buNone/>
            </a:pPr>
            <a:r>
              <a:t/>
            </a:r>
            <a:endParaRPr sz="1800">
              <a:solidFill>
                <a:schemeClr val="dk2"/>
              </a:solidFill>
              <a:latin typeface="Inter"/>
              <a:ea typeface="Inter"/>
              <a:cs typeface="Inter"/>
              <a:sym typeface="Inter"/>
            </a:endParaRPr>
          </a:p>
          <a:p>
            <a:pPr indent="0" lvl="0" marL="0" rtl="0" algn="l">
              <a:spcBef>
                <a:spcPts val="0"/>
              </a:spcBef>
              <a:spcAft>
                <a:spcPts val="0"/>
              </a:spcAft>
              <a:buNone/>
            </a:pPr>
            <a:r>
              <a:rPr lang="en" sz="1800">
                <a:solidFill>
                  <a:schemeClr val="dk2"/>
                </a:solidFill>
                <a:latin typeface="Inter"/>
                <a:ea typeface="Inter"/>
                <a:cs typeface="Inter"/>
                <a:sym typeface="Inter"/>
              </a:rPr>
              <a:t>Business Operations</a:t>
            </a:r>
            <a:endParaRPr sz="1800">
              <a:solidFill>
                <a:schemeClr val="dk2"/>
              </a:solidFill>
              <a:latin typeface="Inter"/>
              <a:ea typeface="Inter"/>
              <a:cs typeface="Inter"/>
              <a:sym typeface="Inter"/>
            </a:endParaRPr>
          </a:p>
          <a:p>
            <a:pPr indent="0" lvl="0" marL="0" rtl="0" algn="l">
              <a:spcBef>
                <a:spcPts val="0"/>
              </a:spcBef>
              <a:spcAft>
                <a:spcPts val="0"/>
              </a:spcAft>
              <a:buNone/>
            </a:pPr>
            <a:r>
              <a:t/>
            </a:r>
            <a:endParaRPr sz="1800">
              <a:solidFill>
                <a:schemeClr val="dk2"/>
              </a:solidFill>
              <a:latin typeface="Inter"/>
              <a:ea typeface="Inter"/>
              <a:cs typeface="Inter"/>
              <a:sym typeface="Inter"/>
            </a:endParaRPr>
          </a:p>
          <a:p>
            <a:pPr indent="0" lvl="0" marL="0" rtl="0" algn="l">
              <a:spcBef>
                <a:spcPts val="0"/>
              </a:spcBef>
              <a:spcAft>
                <a:spcPts val="0"/>
              </a:spcAft>
              <a:buNone/>
            </a:pPr>
            <a:r>
              <a:rPr lang="en" sz="1800">
                <a:solidFill>
                  <a:schemeClr val="dk2"/>
                </a:solidFill>
                <a:latin typeface="Inter"/>
                <a:ea typeface="Inter"/>
                <a:cs typeface="Inter"/>
                <a:sym typeface="Inter"/>
              </a:rPr>
              <a:t>Product </a:t>
            </a:r>
            <a:endParaRPr sz="1800">
              <a:solidFill>
                <a:schemeClr val="dk2"/>
              </a:solidFill>
              <a:latin typeface="Inter"/>
              <a:ea typeface="Inter"/>
              <a:cs typeface="Inter"/>
              <a:sym typeface="Inter"/>
            </a:endParaRPr>
          </a:p>
          <a:p>
            <a:pPr indent="0" lvl="0" marL="0" rtl="0" algn="l">
              <a:spcBef>
                <a:spcPts val="0"/>
              </a:spcBef>
              <a:spcAft>
                <a:spcPts val="0"/>
              </a:spcAft>
              <a:buNone/>
            </a:pPr>
            <a:r>
              <a:t/>
            </a:r>
            <a:endParaRPr sz="1800">
              <a:solidFill>
                <a:schemeClr val="dk2"/>
              </a:solidFill>
              <a:latin typeface="Inter"/>
              <a:ea typeface="Inter"/>
              <a:cs typeface="Inter"/>
              <a:sym typeface="Inter"/>
            </a:endParaRPr>
          </a:p>
          <a:p>
            <a:pPr indent="0" lvl="0" marL="0" rtl="0" algn="l">
              <a:spcBef>
                <a:spcPts val="0"/>
              </a:spcBef>
              <a:spcAft>
                <a:spcPts val="0"/>
              </a:spcAft>
              <a:buNone/>
            </a:pPr>
            <a:r>
              <a:rPr lang="en" sz="1800">
                <a:solidFill>
                  <a:schemeClr val="dk2"/>
                </a:solidFill>
                <a:latin typeface="Inter"/>
                <a:ea typeface="Inter"/>
                <a:cs typeface="Inter"/>
                <a:sym typeface="Inter"/>
              </a:rPr>
              <a:t>Total</a:t>
            </a:r>
            <a:endParaRPr sz="1800">
              <a:solidFill>
                <a:schemeClr val="dk2"/>
              </a:solidFill>
              <a:latin typeface="Inter"/>
              <a:ea typeface="Inter"/>
              <a:cs typeface="Inter"/>
              <a:sym typeface="Inter"/>
            </a:endParaRPr>
          </a:p>
        </p:txBody>
      </p:sp>
      <p:cxnSp>
        <p:nvCxnSpPr>
          <p:cNvPr id="212" name="Google Shape;212;g2bf215b6af8_0_5"/>
          <p:cNvCxnSpPr/>
          <p:nvPr/>
        </p:nvCxnSpPr>
        <p:spPr>
          <a:xfrm rot="10800000">
            <a:off x="968400" y="270025"/>
            <a:ext cx="8175600" cy="4800"/>
          </a:xfrm>
          <a:prstGeom prst="straightConnector1">
            <a:avLst/>
          </a:prstGeom>
          <a:noFill/>
          <a:ln cap="flat" cmpd="sng" w="28575">
            <a:solidFill>
              <a:srgbClr val="ED1E44"/>
            </a:solidFill>
            <a:prstDash val="solid"/>
            <a:round/>
            <a:headEnd len="sm" w="sm" type="none"/>
            <a:tailEnd len="sm" w="sm" type="none"/>
          </a:ln>
        </p:spPr>
      </p:cxnSp>
      <p:pic>
        <p:nvPicPr>
          <p:cNvPr id="213" name="Google Shape;213;g2bf215b6af8_0_5"/>
          <p:cNvPicPr preferRelativeResize="0"/>
          <p:nvPr/>
        </p:nvPicPr>
        <p:blipFill rotWithShape="1">
          <a:blip r:embed="rId3">
            <a:alphaModFix/>
          </a:blip>
          <a:srcRect b="44952" l="23629" r="28116" t="0"/>
          <a:stretch/>
        </p:blipFill>
        <p:spPr>
          <a:xfrm>
            <a:off x="235225" y="181550"/>
            <a:ext cx="572326" cy="551551"/>
          </a:xfrm>
          <a:prstGeom prst="rect">
            <a:avLst/>
          </a:prstGeom>
          <a:noFill/>
          <a:ln>
            <a:noFill/>
          </a:ln>
        </p:spPr>
      </p:pic>
      <p:sp>
        <p:nvSpPr>
          <p:cNvPr id="214" name="Google Shape;214;g2bf215b6af8_0_5"/>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15" name="Google Shape;215;g2bf215b6af8_0_5"/>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pockettours.com</a:t>
            </a:r>
            <a:endParaRPr b="0" i="0" sz="1100" u="none" cap="none" strike="noStrike">
              <a:solidFill>
                <a:srgbClr val="999999"/>
              </a:solidFill>
              <a:latin typeface="Fredoka"/>
              <a:ea typeface="Fredoka"/>
              <a:cs typeface="Fredoka"/>
              <a:sym typeface="Fredoka"/>
            </a:endParaRPr>
          </a:p>
        </p:txBody>
      </p:sp>
      <p:sp>
        <p:nvSpPr>
          <p:cNvPr id="216" name="Google Shape;216;g2bf215b6af8_0_5"/>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@2024</a:t>
            </a:r>
            <a:endParaRPr b="0" i="0" sz="1100" u="none" cap="none" strike="noStrike">
              <a:solidFill>
                <a:srgbClr val="999999"/>
              </a:solidFill>
              <a:latin typeface="Fredoka"/>
              <a:ea typeface="Fredoka"/>
              <a:cs typeface="Fredoka"/>
              <a:sym typeface="Fredoka"/>
            </a:endParaRPr>
          </a:p>
        </p:txBody>
      </p:sp>
      <p:sp>
        <p:nvSpPr>
          <p:cNvPr id="217" name="Google Shape;217;g2bf215b6af8_0_5"/>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city tours in your pocket</a:t>
            </a:r>
            <a:endParaRPr b="0" i="0" sz="1100" u="none" cap="none" strike="noStrike">
              <a:solidFill>
                <a:srgbClr val="999999"/>
              </a:solidFill>
              <a:latin typeface="Fredoka"/>
              <a:ea typeface="Fredoka"/>
              <a:cs typeface="Fredoka"/>
              <a:sym typeface="Fredoka"/>
            </a:endParaRPr>
          </a:p>
        </p:txBody>
      </p:sp>
      <p:sp>
        <p:nvSpPr>
          <p:cNvPr id="218" name="Google Shape;218;g2bf215b6af8_0_5"/>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lt1"/>
                </a:solidFill>
                <a:latin typeface="Fredoka Medium"/>
                <a:ea typeface="Fredoka Medium"/>
                <a:cs typeface="Fredoka Medium"/>
                <a:sym typeface="Fredoka Medium"/>
              </a:rPr>
              <a:t>Investment Rounds</a:t>
            </a:r>
            <a:endParaRPr b="0" i="0" sz="1400" u="none" cap="none" strike="noStrike">
              <a:solidFill>
                <a:schemeClr val="lt1"/>
              </a:solidFill>
              <a:latin typeface="Fredoka Medium"/>
              <a:ea typeface="Fredoka Medium"/>
              <a:cs typeface="Fredoka Medium"/>
              <a:sym typeface="Fredoka Medium"/>
            </a:endParaRPr>
          </a:p>
        </p:txBody>
      </p:sp>
      <p:sp>
        <p:nvSpPr>
          <p:cNvPr id="219" name="Google Shape;219;g2bf215b6af8_0_5"/>
          <p:cNvSpPr/>
          <p:nvPr/>
        </p:nvSpPr>
        <p:spPr>
          <a:xfrm>
            <a:off x="2686550" y="1740595"/>
            <a:ext cx="1387500" cy="3540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lang="en" sz="2500">
                <a:solidFill>
                  <a:schemeClr val="lt1"/>
                </a:solidFill>
                <a:latin typeface="Fredoka Medium"/>
                <a:ea typeface="Fredoka Medium"/>
                <a:cs typeface="Fredoka Medium"/>
                <a:sym typeface="Fredoka Medium"/>
              </a:rPr>
              <a:t>12</a:t>
            </a:r>
            <a:r>
              <a:rPr b="0" i="0" lang="en" sz="2500" u="none" cap="none" strike="noStrike">
                <a:solidFill>
                  <a:schemeClr val="lt1"/>
                </a:solidFill>
                <a:latin typeface="Fredoka Medium"/>
                <a:ea typeface="Fredoka Medium"/>
                <a:cs typeface="Fredoka Medium"/>
                <a:sym typeface="Fredoka Medium"/>
              </a:rPr>
              <a:t>.</a:t>
            </a:r>
            <a:r>
              <a:rPr lang="en" sz="2500">
                <a:solidFill>
                  <a:schemeClr val="lt1"/>
                </a:solidFill>
                <a:latin typeface="Fredoka Medium"/>
                <a:ea typeface="Fredoka Medium"/>
                <a:cs typeface="Fredoka Medium"/>
                <a:sym typeface="Fredoka Medium"/>
              </a:rPr>
              <a:t>6</a:t>
            </a:r>
            <a:r>
              <a:rPr b="0" i="0" lang="en" sz="2500" u="none" cap="none" strike="noStrike">
                <a:solidFill>
                  <a:schemeClr val="lt1"/>
                </a:solidFill>
                <a:latin typeface="Fredoka Medium"/>
                <a:ea typeface="Fredoka Medium"/>
                <a:cs typeface="Fredoka Medium"/>
                <a:sym typeface="Fredoka Medium"/>
              </a:rPr>
              <a:t>50</a:t>
            </a:r>
            <a:r>
              <a:rPr b="0" i="0" lang="en" sz="2300" u="none" cap="none" strike="noStrike">
                <a:solidFill>
                  <a:schemeClr val="lt1"/>
                </a:solidFill>
                <a:latin typeface="Fredoka"/>
                <a:ea typeface="Fredoka"/>
                <a:cs typeface="Fredoka"/>
                <a:sym typeface="Fredoka"/>
              </a:rPr>
              <a:t>€</a:t>
            </a:r>
            <a:endParaRPr b="0" i="0" sz="2500" u="none" cap="none" strike="noStrike">
              <a:solidFill>
                <a:schemeClr val="lt1"/>
              </a:solidFill>
              <a:latin typeface="Fredoka Medium"/>
              <a:ea typeface="Fredoka Medium"/>
              <a:cs typeface="Fredoka Medium"/>
              <a:sym typeface="Fredoka Medium"/>
            </a:endParaRPr>
          </a:p>
        </p:txBody>
      </p:sp>
      <p:sp>
        <p:nvSpPr>
          <p:cNvPr id="220" name="Google Shape;220;g2bf215b6af8_0_5"/>
          <p:cNvSpPr/>
          <p:nvPr/>
        </p:nvSpPr>
        <p:spPr>
          <a:xfrm>
            <a:off x="2686550" y="2325020"/>
            <a:ext cx="1387500" cy="3540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lang="en" sz="2500">
                <a:solidFill>
                  <a:schemeClr val="lt1"/>
                </a:solidFill>
                <a:latin typeface="Fredoka Medium"/>
                <a:ea typeface="Fredoka Medium"/>
                <a:cs typeface="Fredoka Medium"/>
                <a:sym typeface="Fredoka Medium"/>
              </a:rPr>
              <a:t>40</a:t>
            </a:r>
            <a:r>
              <a:rPr b="0" i="0" lang="en" sz="2500" u="none" cap="none" strike="noStrike">
                <a:solidFill>
                  <a:schemeClr val="lt1"/>
                </a:solidFill>
                <a:latin typeface="Fredoka Medium"/>
                <a:ea typeface="Fredoka Medium"/>
                <a:cs typeface="Fredoka Medium"/>
                <a:sym typeface="Fredoka Medium"/>
              </a:rPr>
              <a:t>.024</a:t>
            </a:r>
            <a:r>
              <a:rPr b="0" i="0" lang="en" sz="2300" u="none" cap="none" strike="noStrike">
                <a:solidFill>
                  <a:schemeClr val="lt1"/>
                </a:solidFill>
                <a:latin typeface="Fredoka"/>
                <a:ea typeface="Fredoka"/>
                <a:cs typeface="Fredoka"/>
                <a:sym typeface="Fredoka"/>
              </a:rPr>
              <a:t>€</a:t>
            </a:r>
            <a:endParaRPr b="0" i="0" sz="2500" u="none" cap="none" strike="noStrike">
              <a:solidFill>
                <a:schemeClr val="lt1"/>
              </a:solidFill>
              <a:latin typeface="Fredoka Medium"/>
              <a:ea typeface="Fredoka Medium"/>
              <a:cs typeface="Fredoka Medium"/>
              <a:sym typeface="Fredoka Medium"/>
            </a:endParaRPr>
          </a:p>
        </p:txBody>
      </p:sp>
      <p:sp>
        <p:nvSpPr>
          <p:cNvPr id="221" name="Google Shape;221;g2bf215b6af8_0_5"/>
          <p:cNvSpPr/>
          <p:nvPr/>
        </p:nvSpPr>
        <p:spPr>
          <a:xfrm>
            <a:off x="2686550" y="2909445"/>
            <a:ext cx="1387500" cy="3540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lang="en" sz="2500">
                <a:solidFill>
                  <a:schemeClr val="lt1"/>
                </a:solidFill>
                <a:latin typeface="Fredoka Medium"/>
                <a:ea typeface="Fredoka Medium"/>
                <a:cs typeface="Fredoka Medium"/>
                <a:sym typeface="Fredoka Medium"/>
              </a:rPr>
              <a:t>97</a:t>
            </a:r>
            <a:r>
              <a:rPr b="0" i="0" lang="en" sz="2500" u="none" cap="none" strike="noStrike">
                <a:solidFill>
                  <a:schemeClr val="lt1"/>
                </a:solidFill>
                <a:latin typeface="Fredoka Medium"/>
                <a:ea typeface="Fredoka Medium"/>
                <a:cs typeface="Fredoka Medium"/>
                <a:sym typeface="Fredoka Medium"/>
              </a:rPr>
              <a:t>.</a:t>
            </a:r>
            <a:r>
              <a:rPr lang="en" sz="2500">
                <a:solidFill>
                  <a:schemeClr val="lt1"/>
                </a:solidFill>
                <a:latin typeface="Fredoka Medium"/>
                <a:ea typeface="Fredoka Medium"/>
                <a:cs typeface="Fredoka Medium"/>
                <a:sym typeface="Fredoka Medium"/>
              </a:rPr>
              <a:t>326</a:t>
            </a:r>
            <a:r>
              <a:rPr b="0" i="0" lang="en" sz="2300" u="none" cap="none" strike="noStrike">
                <a:solidFill>
                  <a:schemeClr val="lt1"/>
                </a:solidFill>
                <a:latin typeface="Fredoka"/>
                <a:ea typeface="Fredoka"/>
                <a:cs typeface="Fredoka"/>
                <a:sym typeface="Fredoka"/>
              </a:rPr>
              <a:t>€</a:t>
            </a:r>
            <a:endParaRPr b="0" i="0" sz="2500" u="none" cap="none" strike="noStrike">
              <a:solidFill>
                <a:schemeClr val="lt1"/>
              </a:solidFill>
              <a:latin typeface="Fredoka Medium"/>
              <a:ea typeface="Fredoka Medium"/>
              <a:cs typeface="Fredoka Medium"/>
              <a:sym typeface="Fredoka Medium"/>
            </a:endParaRPr>
          </a:p>
        </p:txBody>
      </p:sp>
      <p:sp>
        <p:nvSpPr>
          <p:cNvPr id="222" name="Google Shape;222;g2bf215b6af8_0_5"/>
          <p:cNvSpPr/>
          <p:nvPr/>
        </p:nvSpPr>
        <p:spPr>
          <a:xfrm>
            <a:off x="2363725" y="3423600"/>
            <a:ext cx="1710300" cy="3540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lang="en" sz="2500">
                <a:solidFill>
                  <a:schemeClr val="lt1"/>
                </a:solidFill>
                <a:latin typeface="Fredoka Medium"/>
                <a:ea typeface="Fredoka Medium"/>
                <a:cs typeface="Fredoka Medium"/>
                <a:sym typeface="Fredoka Medium"/>
              </a:rPr>
              <a:t>150.000</a:t>
            </a:r>
            <a:r>
              <a:rPr b="0" i="0" lang="en" sz="2300" u="none" cap="none" strike="noStrike">
                <a:solidFill>
                  <a:schemeClr val="lt1"/>
                </a:solidFill>
                <a:latin typeface="Fredoka"/>
                <a:ea typeface="Fredoka"/>
                <a:cs typeface="Fredoka"/>
                <a:sym typeface="Fredoka"/>
              </a:rPr>
              <a:t>€</a:t>
            </a:r>
            <a:endParaRPr b="0" i="0" sz="2500" u="none" cap="none" strike="noStrike">
              <a:solidFill>
                <a:schemeClr val="lt1"/>
              </a:solidFill>
              <a:latin typeface="Fredoka Medium"/>
              <a:ea typeface="Fredoka Medium"/>
              <a:cs typeface="Fredoka Medium"/>
              <a:sym typeface="Fredoka Medium"/>
            </a:endParaRPr>
          </a:p>
        </p:txBody>
      </p:sp>
      <p:sp>
        <p:nvSpPr>
          <p:cNvPr id="223" name="Google Shape;223;g2bf215b6af8_0_5"/>
          <p:cNvSpPr/>
          <p:nvPr/>
        </p:nvSpPr>
        <p:spPr>
          <a:xfrm>
            <a:off x="7125200" y="1740600"/>
            <a:ext cx="1387500" cy="3540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lang="en" sz="2300">
                <a:solidFill>
                  <a:schemeClr val="lt1"/>
                </a:solidFill>
                <a:latin typeface="Fredoka Medium"/>
                <a:ea typeface="Fredoka Medium"/>
                <a:cs typeface="Fredoka Medium"/>
                <a:sym typeface="Fredoka Medium"/>
              </a:rPr>
              <a:t>170</a:t>
            </a:r>
            <a:r>
              <a:rPr b="0" i="0" lang="en" sz="2300" u="none" cap="none" strike="noStrike">
                <a:solidFill>
                  <a:schemeClr val="lt1"/>
                </a:solidFill>
                <a:latin typeface="Fredoka Medium"/>
                <a:ea typeface="Fredoka Medium"/>
                <a:cs typeface="Fredoka Medium"/>
                <a:sym typeface="Fredoka Medium"/>
              </a:rPr>
              <a:t>.</a:t>
            </a:r>
            <a:r>
              <a:rPr lang="en" sz="2300">
                <a:solidFill>
                  <a:schemeClr val="lt1"/>
                </a:solidFill>
                <a:latin typeface="Fredoka Medium"/>
                <a:ea typeface="Fredoka Medium"/>
                <a:cs typeface="Fredoka Medium"/>
                <a:sym typeface="Fredoka Medium"/>
              </a:rPr>
              <a:t>50</a:t>
            </a:r>
            <a:r>
              <a:rPr b="0" i="0" lang="en" sz="2300" u="none" cap="none" strike="noStrike">
                <a:solidFill>
                  <a:schemeClr val="lt1"/>
                </a:solidFill>
                <a:latin typeface="Fredoka Medium"/>
                <a:ea typeface="Fredoka Medium"/>
                <a:cs typeface="Fredoka Medium"/>
                <a:sym typeface="Fredoka Medium"/>
              </a:rPr>
              <a:t>0</a:t>
            </a:r>
            <a:r>
              <a:rPr b="0" i="0" lang="en" sz="2100" u="none" cap="none" strike="noStrike">
                <a:solidFill>
                  <a:schemeClr val="lt1"/>
                </a:solidFill>
                <a:latin typeface="Fredoka"/>
                <a:ea typeface="Fredoka"/>
                <a:cs typeface="Fredoka"/>
                <a:sym typeface="Fredoka"/>
              </a:rPr>
              <a:t>€</a:t>
            </a:r>
            <a:endParaRPr b="0" i="0" sz="2300" u="none" cap="none" strike="noStrike">
              <a:solidFill>
                <a:schemeClr val="lt1"/>
              </a:solidFill>
              <a:latin typeface="Fredoka Medium"/>
              <a:ea typeface="Fredoka Medium"/>
              <a:cs typeface="Fredoka Medium"/>
              <a:sym typeface="Fredoka Medium"/>
            </a:endParaRPr>
          </a:p>
        </p:txBody>
      </p:sp>
      <p:sp>
        <p:nvSpPr>
          <p:cNvPr id="224" name="Google Shape;224;g2bf215b6af8_0_5"/>
          <p:cNvSpPr/>
          <p:nvPr/>
        </p:nvSpPr>
        <p:spPr>
          <a:xfrm>
            <a:off x="7125200" y="2325020"/>
            <a:ext cx="1387500" cy="3540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2500" u="none" cap="none" strike="noStrike">
                <a:solidFill>
                  <a:schemeClr val="lt1"/>
                </a:solidFill>
                <a:latin typeface="Fredoka Medium"/>
                <a:ea typeface="Fredoka Medium"/>
                <a:cs typeface="Fredoka Medium"/>
                <a:sym typeface="Fredoka Medium"/>
              </a:rPr>
              <a:t>8.1</a:t>
            </a:r>
            <a:r>
              <a:rPr lang="en" sz="2500">
                <a:solidFill>
                  <a:schemeClr val="lt1"/>
                </a:solidFill>
                <a:latin typeface="Fredoka Medium"/>
                <a:ea typeface="Fredoka Medium"/>
                <a:cs typeface="Fredoka Medium"/>
                <a:sym typeface="Fredoka Medium"/>
              </a:rPr>
              <a:t>7</a:t>
            </a:r>
            <a:r>
              <a:rPr b="0" i="0" lang="en" sz="2500" u="none" cap="none" strike="noStrike">
                <a:solidFill>
                  <a:schemeClr val="lt1"/>
                </a:solidFill>
                <a:latin typeface="Fredoka Medium"/>
                <a:ea typeface="Fredoka Medium"/>
                <a:cs typeface="Fredoka Medium"/>
                <a:sym typeface="Fredoka Medium"/>
              </a:rPr>
              <a:t>0</a:t>
            </a:r>
            <a:r>
              <a:rPr b="0" i="0" lang="en" sz="2300" u="none" cap="none" strike="noStrike">
                <a:solidFill>
                  <a:schemeClr val="lt1"/>
                </a:solidFill>
                <a:latin typeface="Fredoka"/>
                <a:ea typeface="Fredoka"/>
                <a:cs typeface="Fredoka"/>
                <a:sym typeface="Fredoka"/>
              </a:rPr>
              <a:t>€</a:t>
            </a:r>
            <a:endParaRPr b="0" i="0" sz="2500" u="none" cap="none" strike="noStrike">
              <a:solidFill>
                <a:schemeClr val="lt1"/>
              </a:solidFill>
              <a:latin typeface="Fredoka Medium"/>
              <a:ea typeface="Fredoka Medium"/>
              <a:cs typeface="Fredoka Medium"/>
              <a:sym typeface="Fredoka Medium"/>
            </a:endParaRPr>
          </a:p>
        </p:txBody>
      </p:sp>
      <p:sp>
        <p:nvSpPr>
          <p:cNvPr id="225" name="Google Shape;225;g2bf215b6af8_0_5"/>
          <p:cNvSpPr/>
          <p:nvPr/>
        </p:nvSpPr>
        <p:spPr>
          <a:xfrm>
            <a:off x="7125200" y="2909445"/>
            <a:ext cx="1387500" cy="3540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lang="en" sz="2500">
                <a:solidFill>
                  <a:schemeClr val="lt1"/>
                </a:solidFill>
                <a:latin typeface="Fredoka Medium"/>
                <a:ea typeface="Fredoka Medium"/>
                <a:cs typeface="Fredoka Medium"/>
                <a:sym typeface="Fredoka Medium"/>
              </a:rPr>
              <a:t>71</a:t>
            </a:r>
            <a:r>
              <a:rPr b="0" i="0" lang="en" sz="2500" u="none" cap="none" strike="noStrike">
                <a:solidFill>
                  <a:schemeClr val="lt1"/>
                </a:solidFill>
                <a:latin typeface="Fredoka Medium"/>
                <a:ea typeface="Fredoka Medium"/>
                <a:cs typeface="Fredoka Medium"/>
                <a:sym typeface="Fredoka Medium"/>
              </a:rPr>
              <a:t>.</a:t>
            </a:r>
            <a:r>
              <a:rPr lang="en" sz="2500">
                <a:solidFill>
                  <a:schemeClr val="lt1"/>
                </a:solidFill>
                <a:latin typeface="Fredoka Medium"/>
                <a:ea typeface="Fredoka Medium"/>
                <a:cs typeface="Fredoka Medium"/>
                <a:sym typeface="Fredoka Medium"/>
              </a:rPr>
              <a:t>33</a:t>
            </a:r>
            <a:r>
              <a:rPr b="0" i="0" lang="en" sz="2500" u="none" cap="none" strike="noStrike">
                <a:solidFill>
                  <a:schemeClr val="lt1"/>
                </a:solidFill>
                <a:latin typeface="Fredoka Medium"/>
                <a:ea typeface="Fredoka Medium"/>
                <a:cs typeface="Fredoka Medium"/>
                <a:sym typeface="Fredoka Medium"/>
              </a:rPr>
              <a:t>0</a:t>
            </a:r>
            <a:r>
              <a:rPr b="0" i="0" lang="en" sz="2300" u="none" cap="none" strike="noStrike">
                <a:solidFill>
                  <a:schemeClr val="lt1"/>
                </a:solidFill>
                <a:latin typeface="Fredoka"/>
                <a:ea typeface="Fredoka"/>
                <a:cs typeface="Fredoka"/>
                <a:sym typeface="Fredoka"/>
              </a:rPr>
              <a:t>€</a:t>
            </a:r>
            <a:endParaRPr b="0" i="0" sz="2500" u="none" cap="none" strike="noStrike">
              <a:solidFill>
                <a:schemeClr val="lt1"/>
              </a:solidFill>
              <a:latin typeface="Fredoka Medium"/>
              <a:ea typeface="Fredoka Medium"/>
              <a:cs typeface="Fredoka Medium"/>
              <a:sym typeface="Fredoka Medium"/>
            </a:endParaRPr>
          </a:p>
        </p:txBody>
      </p:sp>
      <p:sp>
        <p:nvSpPr>
          <p:cNvPr id="226" name="Google Shape;226;g2bf215b6af8_0_5"/>
          <p:cNvSpPr/>
          <p:nvPr/>
        </p:nvSpPr>
        <p:spPr>
          <a:xfrm>
            <a:off x="6802400" y="3423600"/>
            <a:ext cx="1710300" cy="3540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lang="en" sz="2500">
                <a:solidFill>
                  <a:schemeClr val="lt1"/>
                </a:solidFill>
                <a:latin typeface="Fredoka Medium"/>
                <a:ea typeface="Fredoka Medium"/>
                <a:cs typeface="Fredoka Medium"/>
                <a:sym typeface="Fredoka Medium"/>
              </a:rPr>
              <a:t>250</a:t>
            </a:r>
            <a:r>
              <a:rPr b="0" i="0" lang="en" sz="2500" u="none" cap="none" strike="noStrike">
                <a:solidFill>
                  <a:schemeClr val="lt1"/>
                </a:solidFill>
                <a:latin typeface="Fredoka Medium"/>
                <a:ea typeface="Fredoka Medium"/>
                <a:cs typeface="Fredoka Medium"/>
                <a:sym typeface="Fredoka Medium"/>
              </a:rPr>
              <a:t>.</a:t>
            </a:r>
            <a:r>
              <a:rPr lang="en" sz="2500">
                <a:solidFill>
                  <a:schemeClr val="lt1"/>
                </a:solidFill>
                <a:latin typeface="Fredoka Medium"/>
                <a:ea typeface="Fredoka Medium"/>
                <a:cs typeface="Fredoka Medium"/>
                <a:sym typeface="Fredoka Medium"/>
              </a:rPr>
              <a:t>00</a:t>
            </a:r>
            <a:r>
              <a:rPr b="0" i="0" lang="en" sz="2500" u="none" cap="none" strike="noStrike">
                <a:solidFill>
                  <a:schemeClr val="lt1"/>
                </a:solidFill>
                <a:latin typeface="Fredoka Medium"/>
                <a:ea typeface="Fredoka Medium"/>
                <a:cs typeface="Fredoka Medium"/>
                <a:sym typeface="Fredoka Medium"/>
              </a:rPr>
              <a:t>0</a:t>
            </a:r>
            <a:r>
              <a:rPr b="0" i="0" lang="en" sz="2300" u="none" cap="none" strike="noStrike">
                <a:solidFill>
                  <a:schemeClr val="lt1"/>
                </a:solidFill>
                <a:latin typeface="Fredoka"/>
                <a:ea typeface="Fredoka"/>
                <a:cs typeface="Fredoka"/>
                <a:sym typeface="Fredoka"/>
              </a:rPr>
              <a:t>€</a:t>
            </a:r>
            <a:endParaRPr b="0" i="0" sz="2500" u="none" cap="none" strike="noStrike">
              <a:solidFill>
                <a:schemeClr val="lt1"/>
              </a:solidFill>
              <a:latin typeface="Fredoka Medium"/>
              <a:ea typeface="Fredoka Medium"/>
              <a:cs typeface="Fredoka Medium"/>
              <a:sym typeface="Fredoka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cxnSp>
        <p:nvCxnSpPr>
          <p:cNvPr id="231" name="Google Shape;231;g2c713b5e9ed_0_222"/>
          <p:cNvCxnSpPr/>
          <p:nvPr/>
        </p:nvCxnSpPr>
        <p:spPr>
          <a:xfrm rot="10800000">
            <a:off x="968400" y="270025"/>
            <a:ext cx="8175600" cy="4800"/>
          </a:xfrm>
          <a:prstGeom prst="straightConnector1">
            <a:avLst/>
          </a:prstGeom>
          <a:noFill/>
          <a:ln cap="flat" cmpd="sng" w="28575">
            <a:solidFill>
              <a:srgbClr val="ED1E44"/>
            </a:solidFill>
            <a:prstDash val="solid"/>
            <a:round/>
            <a:headEnd len="sm" w="sm" type="none"/>
            <a:tailEnd len="sm" w="sm" type="none"/>
          </a:ln>
        </p:spPr>
      </p:cxnSp>
      <p:pic>
        <p:nvPicPr>
          <p:cNvPr id="232" name="Google Shape;232;g2c713b5e9ed_0_222"/>
          <p:cNvPicPr preferRelativeResize="0"/>
          <p:nvPr/>
        </p:nvPicPr>
        <p:blipFill rotWithShape="1">
          <a:blip r:embed="rId3">
            <a:alphaModFix/>
          </a:blip>
          <a:srcRect b="44952" l="23629" r="28117" t="0"/>
          <a:stretch/>
        </p:blipFill>
        <p:spPr>
          <a:xfrm>
            <a:off x="235225" y="181550"/>
            <a:ext cx="572326" cy="551551"/>
          </a:xfrm>
          <a:prstGeom prst="rect">
            <a:avLst/>
          </a:prstGeom>
          <a:noFill/>
          <a:ln>
            <a:noFill/>
          </a:ln>
        </p:spPr>
      </p:pic>
      <p:sp>
        <p:nvSpPr>
          <p:cNvPr id="233" name="Google Shape;233;g2c713b5e9ed_0_222"/>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34" name="Google Shape;234;g2c713b5e9ed_0_222"/>
          <p:cNvSpPr/>
          <p:nvPr/>
        </p:nvSpPr>
        <p:spPr>
          <a:xfrm>
            <a:off x="858750" y="260350"/>
            <a:ext cx="2341800" cy="294900"/>
          </a:xfrm>
          <a:prstGeom prst="roundRect">
            <a:avLst>
              <a:gd fmla="val 11318" name="adj"/>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lt1"/>
                </a:solidFill>
                <a:latin typeface="Fredoka Medium"/>
                <a:ea typeface="Fredoka Medium"/>
                <a:cs typeface="Fredoka Medium"/>
                <a:sym typeface="Fredoka Medium"/>
              </a:rPr>
              <a:t>Management team</a:t>
            </a:r>
            <a:endParaRPr b="0" i="0" sz="1400" u="none" cap="none" strike="noStrike">
              <a:solidFill>
                <a:schemeClr val="lt1"/>
              </a:solidFill>
              <a:latin typeface="Fredoka Medium"/>
              <a:ea typeface="Fredoka Medium"/>
              <a:cs typeface="Fredoka Medium"/>
              <a:sym typeface="Fredoka Medium"/>
            </a:endParaRPr>
          </a:p>
        </p:txBody>
      </p:sp>
      <p:graphicFrame>
        <p:nvGraphicFramePr>
          <p:cNvPr id="235" name="Google Shape;235;g2c713b5e9ed_0_222"/>
          <p:cNvGraphicFramePr/>
          <p:nvPr/>
        </p:nvGraphicFramePr>
        <p:xfrm>
          <a:off x="514000" y="862113"/>
          <a:ext cx="3000000" cy="3000000"/>
        </p:xfrm>
        <a:graphic>
          <a:graphicData uri="http://schemas.openxmlformats.org/drawingml/2006/table">
            <a:tbl>
              <a:tblPr>
                <a:noFill/>
                <a:tableStyleId>{54ED5A60-D8BC-40ED-8256-8D175FFB6D86}</a:tableStyleId>
              </a:tblPr>
              <a:tblGrid>
                <a:gridCol w="1623200"/>
                <a:gridCol w="1950950"/>
                <a:gridCol w="936975"/>
                <a:gridCol w="1981675"/>
                <a:gridCol w="1623200"/>
              </a:tblGrid>
              <a:tr h="1979575">
                <a:tc>
                  <a:txBody>
                    <a:bodyPr/>
                    <a:lstStyle/>
                    <a:p>
                      <a:pPr indent="0" lvl="0" marL="0" rtl="0" algn="ctr">
                        <a:spcBef>
                          <a:spcPts val="0"/>
                        </a:spcBef>
                        <a:spcAft>
                          <a:spcPts val="0"/>
                        </a:spcAft>
                        <a:buNone/>
                      </a:pPr>
                      <a:r>
                        <a:t/>
                      </a: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400"/>
                        <a:buFont typeface="Arial"/>
                        <a:buNone/>
                      </a:pPr>
                      <a:r>
                        <a:rPr lang="en" sz="1600">
                          <a:solidFill>
                            <a:srgbClr val="434343"/>
                          </a:solidFill>
                          <a:latin typeface="Inter"/>
                          <a:ea typeface="Inter"/>
                          <a:cs typeface="Inter"/>
                          <a:sym typeface="Inter"/>
                        </a:rPr>
                        <a:t>Guilherme Fernandes</a:t>
                      </a:r>
                      <a:endParaRPr sz="1600">
                        <a:solidFill>
                          <a:srgbClr val="434343"/>
                        </a:solidFill>
                        <a:latin typeface="Inter"/>
                        <a:ea typeface="Inter"/>
                        <a:cs typeface="Inter"/>
                        <a:sym typeface="Inte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rgbClr val="666666"/>
                          </a:solidFill>
                          <a:latin typeface="Inter"/>
                          <a:ea typeface="Inter"/>
                          <a:cs typeface="Inter"/>
                          <a:sym typeface="Inter"/>
                        </a:rPr>
                        <a:t>CEO</a:t>
                      </a:r>
                      <a:endParaRPr sz="1600">
                        <a:solidFill>
                          <a:srgbClr val="666666"/>
                        </a:solidFill>
                        <a:latin typeface="Inter"/>
                        <a:ea typeface="Inter"/>
                        <a:cs typeface="Inter"/>
                        <a:sym typeface="Inte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200"/>
                        <a:buFont typeface="Arial"/>
                        <a:buNone/>
                      </a:pPr>
                      <a:r>
                        <a:rPr lang="en" sz="1200">
                          <a:solidFill>
                            <a:srgbClr val="666666"/>
                          </a:solidFill>
                          <a:latin typeface="Inter"/>
                          <a:ea typeface="Inter"/>
                          <a:cs typeface="Inter"/>
                          <a:sym typeface="Inter"/>
                        </a:rPr>
                        <a:t>COO - MedTech</a:t>
                      </a:r>
                      <a:endParaRPr sz="1200">
                        <a:solidFill>
                          <a:srgbClr val="666666"/>
                        </a:solidFill>
                        <a:latin typeface="Inter"/>
                        <a:ea typeface="Inter"/>
                        <a:cs typeface="Inter"/>
                        <a:sym typeface="Inter"/>
                      </a:endParaRPr>
                    </a:p>
                    <a:p>
                      <a:pPr indent="0" lvl="0" marL="0" rtl="0" algn="ctr">
                        <a:spcBef>
                          <a:spcPts val="0"/>
                        </a:spcBef>
                        <a:spcAft>
                          <a:spcPts val="0"/>
                        </a:spcAft>
                        <a:buNone/>
                      </a:pPr>
                      <a:r>
                        <a:rPr lang="en" sz="1200">
                          <a:solidFill>
                            <a:srgbClr val="999999"/>
                          </a:solidFill>
                          <a:latin typeface="Inter"/>
                          <a:ea typeface="Inter"/>
                          <a:cs typeface="Inter"/>
                          <a:sym typeface="Inter"/>
                        </a:rPr>
                        <a:t>Umedicu</a:t>
                      </a:r>
                      <a:endParaRPr sz="1200">
                        <a:solidFill>
                          <a:srgbClr val="666666"/>
                        </a:solidFill>
                        <a:latin typeface="Inter"/>
                        <a:ea typeface="Inter"/>
                        <a:cs typeface="Inter"/>
                        <a:sym typeface="Inter"/>
                      </a:endParaRPr>
                    </a:p>
                    <a:p>
                      <a:pPr indent="0" lvl="0" marL="0" rtl="0" algn="ctr">
                        <a:spcBef>
                          <a:spcPts val="0"/>
                        </a:spcBef>
                        <a:spcAft>
                          <a:spcPts val="0"/>
                        </a:spcAft>
                        <a:buClr>
                          <a:srgbClr val="000000"/>
                        </a:buClr>
                        <a:buSzPts val="1200"/>
                        <a:buFont typeface="Arial"/>
                        <a:buNone/>
                      </a:pPr>
                      <a:r>
                        <a:rPr lang="en" sz="1200">
                          <a:solidFill>
                            <a:srgbClr val="666666"/>
                          </a:solidFill>
                          <a:latin typeface="Inter"/>
                          <a:ea typeface="Inter"/>
                          <a:cs typeface="Inter"/>
                          <a:sym typeface="Inter"/>
                        </a:rPr>
                        <a:t>Co-founder - SportsTech </a:t>
                      </a:r>
                      <a:endParaRPr sz="1200">
                        <a:solidFill>
                          <a:srgbClr val="666666"/>
                        </a:solidFill>
                        <a:latin typeface="Inter"/>
                        <a:ea typeface="Inter"/>
                        <a:cs typeface="Inter"/>
                        <a:sym typeface="Inter"/>
                      </a:endParaRPr>
                    </a:p>
                    <a:p>
                      <a:pPr indent="0" lvl="0" marL="0" rtl="0" algn="ctr">
                        <a:spcBef>
                          <a:spcPts val="0"/>
                        </a:spcBef>
                        <a:spcAft>
                          <a:spcPts val="0"/>
                        </a:spcAft>
                        <a:buNone/>
                      </a:pPr>
                      <a:r>
                        <a:rPr lang="en" sz="1200">
                          <a:solidFill>
                            <a:srgbClr val="999999"/>
                          </a:solidFill>
                          <a:latin typeface="Inter"/>
                          <a:ea typeface="Inter"/>
                          <a:cs typeface="Inter"/>
                          <a:sym typeface="Inter"/>
                        </a:rPr>
                        <a:t>Nordensa.com</a:t>
                      </a:r>
                      <a:endParaRPr sz="1200">
                        <a:solidFill>
                          <a:srgbClr val="999999"/>
                        </a:solidFill>
                        <a:latin typeface="Inter"/>
                        <a:ea typeface="Inter"/>
                        <a:cs typeface="Inter"/>
                        <a:sym typeface="Inter"/>
                      </a:endParaRPr>
                    </a:p>
                    <a:p>
                      <a:pPr indent="0" lvl="0" marL="0" rtl="0" algn="ctr">
                        <a:spcBef>
                          <a:spcPts val="0"/>
                        </a:spcBef>
                        <a:spcAft>
                          <a:spcPts val="0"/>
                        </a:spcAft>
                        <a:buNone/>
                      </a:pPr>
                      <a:r>
                        <a:t/>
                      </a:r>
                      <a:endParaRPr sz="1200">
                        <a:solidFill>
                          <a:srgbClr val="999999"/>
                        </a:solidFill>
                        <a:latin typeface="Inter"/>
                        <a:ea typeface="Inter"/>
                        <a:cs typeface="Inter"/>
                        <a:sym typeface="Inter"/>
                      </a:endParaRPr>
                    </a:p>
                    <a:p>
                      <a:pPr indent="0" lvl="0" marL="0" rtl="0" algn="ctr">
                        <a:spcBef>
                          <a:spcPts val="0"/>
                        </a:spcBef>
                        <a:spcAft>
                          <a:spcPts val="0"/>
                        </a:spcAft>
                        <a:buClr>
                          <a:srgbClr val="000000"/>
                        </a:buClr>
                        <a:buSzPts val="1200"/>
                        <a:buFont typeface="Arial"/>
                        <a:buNone/>
                      </a:pPr>
                      <a:r>
                        <a:rPr lang="en" sz="1200">
                          <a:solidFill>
                            <a:srgbClr val="666666"/>
                          </a:solidFill>
                          <a:latin typeface="Inter"/>
                          <a:ea typeface="Inter"/>
                          <a:cs typeface="Inter"/>
                          <a:sym typeface="Inter"/>
                        </a:rPr>
                        <a:t>Innovation manager</a:t>
                      </a:r>
                      <a:endParaRPr sz="1200">
                        <a:solidFill>
                          <a:srgbClr val="666666"/>
                        </a:solidFill>
                        <a:latin typeface="Inter"/>
                        <a:ea typeface="Inter"/>
                        <a:cs typeface="Inter"/>
                        <a:sym typeface="Inter"/>
                      </a:endParaRPr>
                    </a:p>
                    <a:p>
                      <a:pPr indent="0" lvl="0" marL="0" rtl="0" algn="ctr">
                        <a:spcBef>
                          <a:spcPts val="0"/>
                        </a:spcBef>
                        <a:spcAft>
                          <a:spcPts val="0"/>
                        </a:spcAft>
                        <a:buNone/>
                      </a:pPr>
                      <a:r>
                        <a:rPr lang="en" sz="1200">
                          <a:solidFill>
                            <a:srgbClr val="999999"/>
                          </a:solidFill>
                          <a:latin typeface="Inter"/>
                          <a:ea typeface="Inter"/>
                          <a:cs typeface="Inter"/>
                          <a:sym typeface="Inter"/>
                        </a:rPr>
                        <a:t>Heraldist &amp; WM</a:t>
                      </a:r>
                      <a:endParaRPr sz="1200">
                        <a:solidFill>
                          <a:srgbClr val="999999"/>
                        </a:solidFill>
                        <a:latin typeface="Inter"/>
                        <a:ea typeface="Inter"/>
                        <a:cs typeface="Inter"/>
                        <a:sym typeface="Inter"/>
                      </a:endParaRPr>
                    </a:p>
                    <a:p>
                      <a:pPr indent="0" lvl="0" marL="0" rtl="0" algn="ctr">
                        <a:spcBef>
                          <a:spcPts val="0"/>
                        </a:spcBef>
                        <a:spcAft>
                          <a:spcPts val="0"/>
                        </a:spcAft>
                        <a:buNone/>
                      </a:pPr>
                      <a:r>
                        <a:t/>
                      </a:r>
                      <a:endParaRPr sz="1200">
                        <a:solidFill>
                          <a:srgbClr val="999999"/>
                        </a:solidFill>
                        <a:latin typeface="Inter"/>
                        <a:ea typeface="Inter"/>
                        <a:cs typeface="Inter"/>
                        <a:sym typeface="Inter"/>
                      </a:endParaRPr>
                    </a:p>
                    <a:p>
                      <a:pPr indent="0" lvl="0" marL="0" rtl="0" algn="ctr">
                        <a:spcBef>
                          <a:spcPts val="0"/>
                        </a:spcBef>
                        <a:spcAft>
                          <a:spcPts val="0"/>
                        </a:spcAft>
                        <a:buNone/>
                      </a:pPr>
                      <a:r>
                        <a:rPr lang="en" sz="1200">
                          <a:solidFill>
                            <a:srgbClr val="666666"/>
                          </a:solidFill>
                          <a:latin typeface="Inter"/>
                          <a:ea typeface="Inter"/>
                          <a:cs typeface="Inter"/>
                          <a:sym typeface="Inter"/>
                        </a:rPr>
                        <a:t>Entrepreneurship Professor</a:t>
                      </a:r>
                      <a:endParaRPr sz="1200">
                        <a:solidFill>
                          <a:srgbClr val="666666"/>
                        </a:solidFill>
                        <a:latin typeface="Inter"/>
                        <a:ea typeface="Inter"/>
                        <a:cs typeface="Inter"/>
                        <a:sym typeface="Inter"/>
                      </a:endParaRPr>
                    </a:p>
                    <a:p>
                      <a:pPr indent="0" lvl="0" marL="0" rtl="0" algn="ctr">
                        <a:spcBef>
                          <a:spcPts val="0"/>
                        </a:spcBef>
                        <a:spcAft>
                          <a:spcPts val="0"/>
                        </a:spcAft>
                        <a:buClr>
                          <a:srgbClr val="000000"/>
                        </a:buClr>
                        <a:buSzPts val="1400"/>
                        <a:buFont typeface="Arial"/>
                        <a:buNone/>
                      </a:pPr>
                      <a:r>
                        <a:rPr lang="en" sz="1200">
                          <a:solidFill>
                            <a:srgbClr val="999999"/>
                          </a:solidFill>
                          <a:latin typeface="Inter"/>
                          <a:ea typeface="Inter"/>
                          <a:cs typeface="Inter"/>
                          <a:sym typeface="Inter"/>
                        </a:rPr>
                        <a:t>I.S.C.A.L.</a:t>
                      </a:r>
                      <a:endParaRPr sz="1200">
                        <a:solidFill>
                          <a:srgbClr val="999999"/>
                        </a:solidFill>
                        <a:latin typeface="Inter"/>
                        <a:ea typeface="Inter"/>
                        <a:cs typeface="Inter"/>
                        <a:sym typeface="Inte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rgbClr val="ED1E44"/>
                          </a:solidFill>
                          <a:latin typeface="Inter"/>
                          <a:ea typeface="Inter"/>
                          <a:cs typeface="Inter"/>
                          <a:sym typeface="Inter"/>
                        </a:rPr>
                        <a:t>+30 countries </a:t>
                      </a:r>
                      <a:endParaRPr sz="1600">
                        <a:solidFill>
                          <a:srgbClr val="ED1E44"/>
                        </a:solidFill>
                        <a:latin typeface="Inter"/>
                        <a:ea typeface="Inter"/>
                        <a:cs typeface="Inter"/>
                        <a:sym typeface="Inter"/>
                      </a:endParaRPr>
                    </a:p>
                    <a:p>
                      <a:pPr indent="0" lvl="0" marL="0" rtl="0" algn="ctr">
                        <a:spcBef>
                          <a:spcPts val="0"/>
                        </a:spcBef>
                        <a:spcAft>
                          <a:spcPts val="0"/>
                        </a:spcAft>
                        <a:buNone/>
                      </a:pPr>
                      <a:r>
                        <a:rPr lang="en" sz="1600">
                          <a:solidFill>
                            <a:srgbClr val="ED1E44"/>
                          </a:solidFill>
                          <a:latin typeface="Inter"/>
                          <a:ea typeface="Inter"/>
                          <a:cs typeface="Inter"/>
                          <a:sym typeface="Inter"/>
                        </a:rPr>
                        <a:t>+100 cities  </a:t>
                      </a:r>
                      <a:endParaRPr sz="1600">
                        <a:solidFill>
                          <a:srgbClr val="ED1E44"/>
                        </a:solidFill>
                        <a:latin typeface="Inter"/>
                        <a:ea typeface="Inter"/>
                        <a:cs typeface="Inter"/>
                        <a:sym typeface="Inter"/>
                      </a:endParaRPr>
                    </a:p>
                    <a:p>
                      <a:pPr indent="0" lvl="0" marL="0" rtl="0" algn="ctr">
                        <a:spcBef>
                          <a:spcPts val="0"/>
                        </a:spcBef>
                        <a:spcAft>
                          <a:spcPts val="0"/>
                        </a:spcAft>
                        <a:buClr>
                          <a:srgbClr val="000000"/>
                        </a:buClr>
                        <a:buSzPts val="1600"/>
                        <a:buFont typeface="Arial"/>
                        <a:buNone/>
                      </a:pPr>
                      <a:r>
                        <a:rPr lang="en" sz="1600">
                          <a:solidFill>
                            <a:srgbClr val="ED1E44"/>
                          </a:solidFill>
                          <a:latin typeface="Inter"/>
                          <a:ea typeface="Inter"/>
                          <a:cs typeface="Inter"/>
                          <a:sym typeface="Inter"/>
                        </a:rPr>
                        <a:t>+50 tours</a:t>
                      </a:r>
                      <a:endParaRPr sz="1600">
                        <a:solidFill>
                          <a:srgbClr val="ED1E44"/>
                        </a:solidFill>
                        <a:latin typeface="Inter"/>
                        <a:ea typeface="Inter"/>
                        <a:cs typeface="Inter"/>
                        <a:sym typeface="Inte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758375">
                <a:tc>
                  <a:txBody>
                    <a:bodyPr/>
                    <a:lstStyle/>
                    <a:p>
                      <a:pPr indent="0" lvl="0" marL="0" rtl="0" algn="ctr">
                        <a:spcBef>
                          <a:spcPts val="0"/>
                        </a:spcBef>
                        <a:spcAft>
                          <a:spcPts val="0"/>
                        </a:spcAft>
                        <a:buNone/>
                      </a:pPr>
                      <a:r>
                        <a:t/>
                      </a: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600">
                        <a:solidFill>
                          <a:srgbClr val="434343"/>
                        </a:solidFill>
                        <a:latin typeface="Inter"/>
                        <a:ea typeface="Inter"/>
                        <a:cs typeface="Inter"/>
                        <a:sym typeface="Inter"/>
                      </a:endParaRPr>
                    </a:p>
                    <a:p>
                      <a:pPr indent="0" lvl="0" marL="0" rtl="0" algn="ctr">
                        <a:spcBef>
                          <a:spcPts val="0"/>
                        </a:spcBef>
                        <a:spcAft>
                          <a:spcPts val="0"/>
                        </a:spcAft>
                        <a:buClr>
                          <a:srgbClr val="000000"/>
                        </a:buClr>
                        <a:buSzPts val="1400"/>
                        <a:buFont typeface="Arial"/>
                        <a:buNone/>
                      </a:pPr>
                      <a:r>
                        <a:rPr lang="en" sz="1600">
                          <a:solidFill>
                            <a:srgbClr val="434343"/>
                          </a:solidFill>
                          <a:latin typeface="Inter"/>
                          <a:ea typeface="Inter"/>
                          <a:cs typeface="Inter"/>
                          <a:sym typeface="Inter"/>
                        </a:rPr>
                        <a:t>Francisco Quinteiro</a:t>
                      </a:r>
                      <a:endParaRPr sz="1600">
                        <a:solidFill>
                          <a:srgbClr val="434343"/>
                        </a:solidFill>
                        <a:latin typeface="Inter"/>
                        <a:ea typeface="Inter"/>
                        <a:cs typeface="Inter"/>
                        <a:sym typeface="Inter"/>
                      </a:endParaRPr>
                    </a:p>
                    <a:p>
                      <a:pPr indent="0" lvl="0" marL="0" rtl="0" algn="ctr">
                        <a:spcBef>
                          <a:spcPts val="0"/>
                        </a:spcBef>
                        <a:spcAft>
                          <a:spcPts val="0"/>
                        </a:spcAft>
                        <a:buNone/>
                      </a:pPr>
                      <a:r>
                        <a:t/>
                      </a:r>
                      <a:endParaRPr sz="1200">
                        <a:solidFill>
                          <a:srgbClr val="434343"/>
                        </a:solidFill>
                        <a:latin typeface="Inter"/>
                        <a:ea typeface="Inter"/>
                        <a:cs typeface="Inter"/>
                        <a:sym typeface="Inte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rgbClr val="666666"/>
                          </a:solidFill>
                          <a:latin typeface="Inter"/>
                          <a:ea typeface="Inter"/>
                          <a:cs typeface="Inter"/>
                          <a:sym typeface="Inter"/>
                        </a:rPr>
                        <a:t>CPO</a:t>
                      </a:r>
                      <a:endParaRPr sz="1600">
                        <a:solidFill>
                          <a:srgbClr val="666666"/>
                        </a:solidFill>
                        <a:latin typeface="Inter"/>
                        <a:ea typeface="Inter"/>
                        <a:cs typeface="Inter"/>
                        <a:sym typeface="Inte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200">
                        <a:solidFill>
                          <a:srgbClr val="666666"/>
                        </a:solidFill>
                        <a:latin typeface="Inter"/>
                        <a:ea typeface="Inter"/>
                        <a:cs typeface="Inter"/>
                        <a:sym typeface="Inter"/>
                      </a:endParaRPr>
                    </a:p>
                    <a:p>
                      <a:pPr indent="0" lvl="0" marL="0" rtl="0" algn="ctr">
                        <a:spcBef>
                          <a:spcPts val="0"/>
                        </a:spcBef>
                        <a:spcAft>
                          <a:spcPts val="0"/>
                        </a:spcAft>
                        <a:buClr>
                          <a:srgbClr val="000000"/>
                        </a:buClr>
                        <a:buSzPts val="1200"/>
                        <a:buFont typeface="Arial"/>
                        <a:buNone/>
                      </a:pPr>
                      <a:r>
                        <a:rPr lang="en" sz="1200">
                          <a:solidFill>
                            <a:srgbClr val="666666"/>
                          </a:solidFill>
                          <a:latin typeface="Inter"/>
                          <a:ea typeface="Inter"/>
                          <a:cs typeface="Inter"/>
                          <a:sym typeface="Inter"/>
                        </a:rPr>
                        <a:t>Software &amp; Connectivity Edge Developer</a:t>
                      </a:r>
                      <a:endParaRPr sz="1200">
                        <a:solidFill>
                          <a:srgbClr val="666666"/>
                        </a:solidFill>
                        <a:latin typeface="Inter"/>
                        <a:ea typeface="Inter"/>
                        <a:cs typeface="Inter"/>
                        <a:sym typeface="Inter"/>
                      </a:endParaRPr>
                    </a:p>
                    <a:p>
                      <a:pPr indent="0" lvl="0" marL="0" rtl="0" algn="ctr">
                        <a:spcBef>
                          <a:spcPts val="0"/>
                        </a:spcBef>
                        <a:spcAft>
                          <a:spcPts val="0"/>
                        </a:spcAft>
                        <a:buNone/>
                      </a:pPr>
                      <a:r>
                        <a:rPr lang="en" sz="1200">
                          <a:solidFill>
                            <a:srgbClr val="999999"/>
                          </a:solidFill>
                          <a:latin typeface="Inter"/>
                          <a:ea typeface="Inter"/>
                          <a:cs typeface="Inter"/>
                          <a:sym typeface="Inter"/>
                        </a:rPr>
                        <a:t>Siemens</a:t>
                      </a:r>
                      <a:endParaRPr sz="1200">
                        <a:solidFill>
                          <a:srgbClr val="999999"/>
                        </a:solidFill>
                        <a:latin typeface="Inter"/>
                        <a:ea typeface="Inter"/>
                        <a:cs typeface="Inter"/>
                        <a:sym typeface="Inter"/>
                      </a:endParaRPr>
                    </a:p>
                    <a:p>
                      <a:pPr indent="0" lvl="0" marL="0" rtl="0" algn="ctr">
                        <a:spcBef>
                          <a:spcPts val="0"/>
                        </a:spcBef>
                        <a:spcAft>
                          <a:spcPts val="0"/>
                        </a:spcAft>
                        <a:buNone/>
                      </a:pPr>
                      <a:r>
                        <a:t/>
                      </a:r>
                      <a:endParaRPr sz="1200">
                        <a:solidFill>
                          <a:srgbClr val="999999"/>
                        </a:solidFill>
                        <a:latin typeface="Inter"/>
                        <a:ea typeface="Inter"/>
                        <a:cs typeface="Inter"/>
                        <a:sym typeface="Inter"/>
                      </a:endParaRPr>
                    </a:p>
                    <a:p>
                      <a:pPr indent="0" lvl="0" marL="0" rtl="0" algn="ctr">
                        <a:spcBef>
                          <a:spcPts val="0"/>
                        </a:spcBef>
                        <a:spcAft>
                          <a:spcPts val="0"/>
                        </a:spcAft>
                        <a:buClr>
                          <a:srgbClr val="000000"/>
                        </a:buClr>
                        <a:buSzPts val="1200"/>
                        <a:buFont typeface="Arial"/>
                        <a:buNone/>
                      </a:pPr>
                      <a:r>
                        <a:rPr lang="en" sz="1200">
                          <a:solidFill>
                            <a:srgbClr val="666666"/>
                          </a:solidFill>
                          <a:latin typeface="Inter"/>
                          <a:ea typeface="Inter"/>
                          <a:cs typeface="Inter"/>
                          <a:sym typeface="Inter"/>
                        </a:rPr>
                        <a:t>Computer Science</a:t>
                      </a:r>
                      <a:endParaRPr sz="1200">
                        <a:solidFill>
                          <a:srgbClr val="666666"/>
                        </a:solidFill>
                        <a:latin typeface="Inter"/>
                        <a:ea typeface="Inter"/>
                        <a:cs typeface="Inter"/>
                        <a:sym typeface="Inter"/>
                      </a:endParaRPr>
                    </a:p>
                    <a:p>
                      <a:pPr indent="0" lvl="0" marL="0" rtl="0" algn="ctr">
                        <a:spcBef>
                          <a:spcPts val="0"/>
                        </a:spcBef>
                        <a:spcAft>
                          <a:spcPts val="0"/>
                        </a:spcAft>
                        <a:buNone/>
                      </a:pPr>
                      <a:r>
                        <a:rPr lang="en" sz="1200">
                          <a:solidFill>
                            <a:srgbClr val="999999"/>
                          </a:solidFill>
                          <a:latin typeface="Inter"/>
                          <a:ea typeface="Inter"/>
                          <a:cs typeface="Inter"/>
                          <a:sym typeface="Inter"/>
                        </a:rPr>
                        <a:t>U.A.L.G.</a:t>
                      </a:r>
                      <a:endParaRPr sz="1200">
                        <a:solidFill>
                          <a:srgbClr val="999999"/>
                        </a:solidFill>
                        <a:latin typeface="Inter"/>
                        <a:ea typeface="Inter"/>
                        <a:cs typeface="Inter"/>
                        <a:sym typeface="Inter"/>
                      </a:endParaRPr>
                    </a:p>
                    <a:p>
                      <a:pPr indent="0" lvl="0" marL="0" rtl="0" algn="ctr">
                        <a:spcBef>
                          <a:spcPts val="0"/>
                        </a:spcBef>
                        <a:spcAft>
                          <a:spcPts val="0"/>
                        </a:spcAft>
                        <a:buClr>
                          <a:srgbClr val="000000"/>
                        </a:buClr>
                        <a:buSzPts val="1400"/>
                        <a:buFont typeface="Arial"/>
                        <a:buNone/>
                      </a:pPr>
                      <a:r>
                        <a:t/>
                      </a:r>
                      <a:endParaRPr sz="1200">
                        <a:solidFill>
                          <a:srgbClr val="666666"/>
                        </a:solidFill>
                        <a:latin typeface="Inter"/>
                        <a:ea typeface="Inter"/>
                        <a:cs typeface="Inter"/>
                        <a:sym typeface="Inte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rgbClr val="ED1E44"/>
                          </a:solidFill>
                          <a:latin typeface="Inter"/>
                          <a:ea typeface="Inter"/>
                          <a:cs typeface="Inter"/>
                          <a:sym typeface="Inter"/>
                        </a:rPr>
                        <a:t>+10 countries </a:t>
                      </a:r>
                      <a:endParaRPr sz="1600">
                        <a:solidFill>
                          <a:srgbClr val="ED1E44"/>
                        </a:solidFill>
                        <a:latin typeface="Inter"/>
                        <a:ea typeface="Inter"/>
                        <a:cs typeface="Inter"/>
                        <a:sym typeface="Inter"/>
                      </a:endParaRPr>
                    </a:p>
                    <a:p>
                      <a:pPr indent="0" lvl="0" marL="0" rtl="0" algn="ctr">
                        <a:spcBef>
                          <a:spcPts val="0"/>
                        </a:spcBef>
                        <a:spcAft>
                          <a:spcPts val="0"/>
                        </a:spcAft>
                        <a:buNone/>
                      </a:pPr>
                      <a:r>
                        <a:rPr lang="en" sz="1600">
                          <a:solidFill>
                            <a:srgbClr val="ED1E44"/>
                          </a:solidFill>
                          <a:latin typeface="Inter"/>
                          <a:ea typeface="Inter"/>
                          <a:cs typeface="Inter"/>
                          <a:sym typeface="Inter"/>
                        </a:rPr>
                        <a:t>+30 cities </a:t>
                      </a:r>
                      <a:endParaRPr sz="1600">
                        <a:solidFill>
                          <a:srgbClr val="ED1E44"/>
                        </a:solidFill>
                        <a:latin typeface="Inter"/>
                        <a:ea typeface="Inter"/>
                        <a:cs typeface="Inter"/>
                        <a:sym typeface="Inter"/>
                      </a:endParaRPr>
                    </a:p>
                    <a:p>
                      <a:pPr indent="0" lvl="0" marL="0" rtl="0" algn="ctr">
                        <a:spcBef>
                          <a:spcPts val="0"/>
                        </a:spcBef>
                        <a:spcAft>
                          <a:spcPts val="0"/>
                        </a:spcAft>
                        <a:buClr>
                          <a:srgbClr val="000000"/>
                        </a:buClr>
                        <a:buSzPts val="1600"/>
                        <a:buFont typeface="Arial"/>
                        <a:buNone/>
                      </a:pPr>
                      <a:r>
                        <a:rPr lang="en" sz="1600">
                          <a:solidFill>
                            <a:srgbClr val="ED1E44"/>
                          </a:solidFill>
                          <a:latin typeface="Inter"/>
                          <a:ea typeface="Inter"/>
                          <a:cs typeface="Inter"/>
                          <a:sym typeface="Inter"/>
                        </a:rPr>
                        <a:t>+10 tours</a:t>
                      </a:r>
                      <a:endParaRPr sz="1600">
                        <a:solidFill>
                          <a:srgbClr val="ED1E44"/>
                        </a:solidFill>
                        <a:latin typeface="Inter"/>
                        <a:ea typeface="Inter"/>
                        <a:cs typeface="Inter"/>
                        <a:sym typeface="Inter"/>
                      </a:endParaRPr>
                    </a:p>
                    <a:p>
                      <a:pPr indent="0" lvl="0" marL="0" rtl="0" algn="ctr">
                        <a:spcBef>
                          <a:spcPts val="0"/>
                        </a:spcBef>
                        <a:spcAft>
                          <a:spcPts val="0"/>
                        </a:spcAft>
                        <a:buNone/>
                      </a:pPr>
                      <a:r>
                        <a:t/>
                      </a:r>
                      <a:endParaRPr sz="1600">
                        <a:solidFill>
                          <a:srgbClr val="ED1E44"/>
                        </a:solidFill>
                        <a:latin typeface="Inter"/>
                        <a:ea typeface="Inter"/>
                        <a:cs typeface="Inter"/>
                        <a:sym typeface="Inte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pic>
        <p:nvPicPr>
          <p:cNvPr id="236" name="Google Shape;236;g2c713b5e9ed_0_222"/>
          <p:cNvPicPr preferRelativeResize="0"/>
          <p:nvPr/>
        </p:nvPicPr>
        <p:blipFill rotWithShape="1">
          <a:blip r:embed="rId4">
            <a:alphaModFix/>
          </a:blip>
          <a:srcRect b="0" l="0" r="0" t="6358"/>
          <a:stretch/>
        </p:blipFill>
        <p:spPr>
          <a:xfrm flipH="1">
            <a:off x="514050" y="1126625"/>
            <a:ext cx="1503600" cy="1572300"/>
          </a:xfrm>
          <a:prstGeom prst="roundRect">
            <a:avLst>
              <a:gd fmla="val 16667" name="adj"/>
            </a:avLst>
          </a:prstGeom>
          <a:noFill/>
          <a:ln cap="flat" cmpd="sng" w="19050">
            <a:solidFill>
              <a:srgbClr val="ED1E44"/>
            </a:solidFill>
            <a:prstDash val="solid"/>
            <a:round/>
            <a:headEnd len="sm" w="sm" type="none"/>
            <a:tailEnd len="sm" w="sm" type="none"/>
          </a:ln>
        </p:spPr>
      </p:pic>
      <p:pic>
        <p:nvPicPr>
          <p:cNvPr id="237" name="Google Shape;237;g2c713b5e9ed_0_222"/>
          <p:cNvPicPr preferRelativeResize="0"/>
          <p:nvPr/>
        </p:nvPicPr>
        <p:blipFill rotWithShape="1">
          <a:blip r:embed="rId5">
            <a:alphaModFix/>
          </a:blip>
          <a:srcRect b="1703" l="6374" r="5581" t="6241"/>
          <a:stretch/>
        </p:blipFill>
        <p:spPr>
          <a:xfrm>
            <a:off x="514050" y="3059850"/>
            <a:ext cx="1503600" cy="1572300"/>
          </a:xfrm>
          <a:prstGeom prst="roundRect">
            <a:avLst>
              <a:gd fmla="val 16667" name="adj"/>
            </a:avLst>
          </a:prstGeom>
          <a:noFill/>
          <a:ln cap="flat" cmpd="sng" w="19050">
            <a:solidFill>
              <a:srgbClr val="ED1E44"/>
            </a:solidFill>
            <a:prstDash val="solid"/>
            <a:round/>
            <a:headEnd len="sm" w="sm" type="none"/>
            <a:tailEnd len="sm" w="sm" type="none"/>
          </a:ln>
        </p:spPr>
      </p:pic>
      <p:sp>
        <p:nvSpPr>
          <p:cNvPr id="238" name="Google Shape;238;g2c713b5e9ed_0_222"/>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pockettours.com</a:t>
            </a:r>
            <a:endParaRPr b="0" i="0" sz="1100" u="none" cap="none" strike="noStrike">
              <a:solidFill>
                <a:srgbClr val="999999"/>
              </a:solidFill>
              <a:latin typeface="Fredoka"/>
              <a:ea typeface="Fredoka"/>
              <a:cs typeface="Fredoka"/>
              <a:sym typeface="Fredoka"/>
            </a:endParaRPr>
          </a:p>
        </p:txBody>
      </p:sp>
      <p:sp>
        <p:nvSpPr>
          <p:cNvPr id="239" name="Google Shape;239;g2c713b5e9ed_0_222"/>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@2024</a:t>
            </a:r>
            <a:endParaRPr b="0" i="0" sz="1100" u="none" cap="none" strike="noStrike">
              <a:solidFill>
                <a:srgbClr val="999999"/>
              </a:solidFill>
              <a:latin typeface="Fredoka"/>
              <a:ea typeface="Fredoka"/>
              <a:cs typeface="Fredoka"/>
              <a:sym typeface="Fredoka"/>
            </a:endParaRPr>
          </a:p>
        </p:txBody>
      </p:sp>
      <p:sp>
        <p:nvSpPr>
          <p:cNvPr id="240" name="Google Shape;240;g2c713b5e9ed_0_222"/>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city tours in your pocket</a:t>
            </a:r>
            <a:endParaRPr b="0" i="0" sz="1100" u="none" cap="none" strike="noStrike">
              <a:solidFill>
                <a:srgbClr val="999999"/>
              </a:solidFill>
              <a:latin typeface="Fredoka"/>
              <a:ea typeface="Fredoka"/>
              <a:cs typeface="Fredoka"/>
              <a:sym typeface="Fredoka"/>
            </a:endParaRPr>
          </a:p>
        </p:txBody>
      </p:sp>
      <p:pic>
        <p:nvPicPr>
          <p:cNvPr id="241" name="Google Shape;241;g2c713b5e9ed_0_222">
            <a:hlinkClick r:id="rId6"/>
          </p:cNvPr>
          <p:cNvPicPr preferRelativeResize="0"/>
          <p:nvPr/>
        </p:nvPicPr>
        <p:blipFill>
          <a:blip r:embed="rId7">
            <a:alphaModFix/>
          </a:blip>
          <a:stretch>
            <a:fillRect/>
          </a:stretch>
        </p:blipFill>
        <p:spPr>
          <a:xfrm>
            <a:off x="2635749" y="1377062"/>
            <a:ext cx="354000" cy="354000"/>
          </a:xfrm>
          <a:prstGeom prst="roundRect">
            <a:avLst>
              <a:gd fmla="val 16667" name="adj"/>
            </a:avLst>
          </a:prstGeom>
          <a:noFill/>
          <a:ln>
            <a:noFill/>
          </a:ln>
        </p:spPr>
      </p:pic>
      <p:pic>
        <p:nvPicPr>
          <p:cNvPr id="242" name="Google Shape;242;g2c713b5e9ed_0_222">
            <a:hlinkClick r:id="rId8"/>
          </p:cNvPr>
          <p:cNvPicPr preferRelativeResize="0"/>
          <p:nvPr/>
        </p:nvPicPr>
        <p:blipFill>
          <a:blip r:embed="rId7">
            <a:alphaModFix/>
          </a:blip>
          <a:stretch>
            <a:fillRect/>
          </a:stretch>
        </p:blipFill>
        <p:spPr>
          <a:xfrm>
            <a:off x="2635749" y="3507599"/>
            <a:ext cx="354000" cy="354000"/>
          </a:xfrm>
          <a:prstGeom prst="roundRect">
            <a:avLst>
              <a:gd fmla="val 16667" name="adj"/>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cxnSp>
        <p:nvCxnSpPr>
          <p:cNvPr id="247" name="Google Shape;247;g2b8030a1825_0_181"/>
          <p:cNvCxnSpPr/>
          <p:nvPr/>
        </p:nvCxnSpPr>
        <p:spPr>
          <a:xfrm rot="10800000">
            <a:off x="968400" y="428775"/>
            <a:ext cx="8175600" cy="4800"/>
          </a:xfrm>
          <a:prstGeom prst="straightConnector1">
            <a:avLst/>
          </a:prstGeom>
          <a:noFill/>
          <a:ln cap="flat" cmpd="sng" w="28575">
            <a:solidFill>
              <a:srgbClr val="ED1E44"/>
            </a:solidFill>
            <a:prstDash val="solid"/>
            <a:round/>
            <a:headEnd len="sm" w="sm" type="none"/>
            <a:tailEnd len="sm" w="sm" type="none"/>
          </a:ln>
        </p:spPr>
      </p:cxnSp>
      <p:pic>
        <p:nvPicPr>
          <p:cNvPr id="248" name="Google Shape;248;g2b8030a1825_0_181"/>
          <p:cNvPicPr preferRelativeResize="0"/>
          <p:nvPr/>
        </p:nvPicPr>
        <p:blipFill rotWithShape="1">
          <a:blip r:embed="rId3">
            <a:alphaModFix/>
          </a:blip>
          <a:srcRect b="44952" l="23629" r="28116" t="0"/>
          <a:stretch/>
        </p:blipFill>
        <p:spPr>
          <a:xfrm>
            <a:off x="235225" y="181550"/>
            <a:ext cx="572326" cy="551551"/>
          </a:xfrm>
          <a:prstGeom prst="rect">
            <a:avLst/>
          </a:prstGeom>
          <a:noFill/>
          <a:ln>
            <a:noFill/>
          </a:ln>
        </p:spPr>
      </p:pic>
      <p:sp>
        <p:nvSpPr>
          <p:cNvPr id="249" name="Google Shape;249;g2b8030a1825_0_181"/>
          <p:cNvSpPr/>
          <p:nvPr/>
        </p:nvSpPr>
        <p:spPr>
          <a:xfrm>
            <a:off x="953075" y="419100"/>
            <a:ext cx="24425" cy="19050"/>
          </a:xfrm>
          <a:prstGeom prst="flowChartOnlineStorage">
            <a:avLst/>
          </a:prstGeom>
          <a:solidFill>
            <a:srgbClr val="ED1E44"/>
          </a:solidFill>
          <a:ln cap="flat" cmpd="sng" w="9525">
            <a:solidFill>
              <a:srgbClr val="ED1E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50" name="Google Shape;250;g2b8030a1825_0_181"/>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pockettours.com</a:t>
            </a:r>
            <a:endParaRPr b="0" i="0" sz="1100" u="none" cap="none" strike="noStrike">
              <a:solidFill>
                <a:srgbClr val="999999"/>
              </a:solidFill>
              <a:latin typeface="Fredoka"/>
              <a:ea typeface="Fredoka"/>
              <a:cs typeface="Fredoka"/>
              <a:sym typeface="Fredoka"/>
            </a:endParaRPr>
          </a:p>
        </p:txBody>
      </p:sp>
      <p:sp>
        <p:nvSpPr>
          <p:cNvPr id="251" name="Google Shape;251;g2b8030a1825_0_181"/>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@2024</a:t>
            </a:r>
            <a:endParaRPr b="0" i="0" sz="1100" u="none" cap="none" strike="noStrike">
              <a:solidFill>
                <a:srgbClr val="999999"/>
              </a:solidFill>
              <a:latin typeface="Fredoka"/>
              <a:ea typeface="Fredoka"/>
              <a:cs typeface="Fredoka"/>
              <a:sym typeface="Fredoka"/>
            </a:endParaRPr>
          </a:p>
        </p:txBody>
      </p:sp>
      <p:sp>
        <p:nvSpPr>
          <p:cNvPr id="252" name="Google Shape;252;g2b8030a1825_0_181"/>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city tours in your pocket</a:t>
            </a:r>
            <a:endParaRPr b="0" i="0" sz="1100" u="none" cap="none" strike="noStrike">
              <a:solidFill>
                <a:srgbClr val="999999"/>
              </a:solidFill>
              <a:latin typeface="Fredoka"/>
              <a:ea typeface="Fredoka"/>
              <a:cs typeface="Fredoka"/>
              <a:sym typeface="Fredoka"/>
            </a:endParaRPr>
          </a:p>
        </p:txBody>
      </p:sp>
      <p:sp>
        <p:nvSpPr>
          <p:cNvPr id="253" name="Google Shape;253;g2b8030a1825_0_181"/>
          <p:cNvSpPr txBox="1"/>
          <p:nvPr/>
        </p:nvSpPr>
        <p:spPr>
          <a:xfrm>
            <a:off x="3816150" y="2350550"/>
            <a:ext cx="15117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i="0" lang="en" sz="1800" u="none" cap="none" strike="noStrike">
                <a:solidFill>
                  <a:schemeClr val="dk2"/>
                </a:solidFill>
                <a:latin typeface="Inter"/>
                <a:ea typeface="Inter"/>
                <a:cs typeface="Inter"/>
                <a:sym typeface="Inter"/>
              </a:rPr>
              <a:t>Thank you!</a:t>
            </a:r>
            <a:endParaRPr i="0" sz="1800" u="none" cap="none" strike="noStrike">
              <a:solidFill>
                <a:schemeClr val="dk2"/>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g2b8030a1825_0_202"/>
          <p:cNvPicPr preferRelativeResize="0"/>
          <p:nvPr/>
        </p:nvPicPr>
        <p:blipFill rotWithShape="1">
          <a:blip r:embed="rId3">
            <a:alphaModFix/>
          </a:blip>
          <a:srcRect b="44952" l="23629" r="28116" t="0"/>
          <a:stretch/>
        </p:blipFill>
        <p:spPr>
          <a:xfrm>
            <a:off x="4285838" y="2295975"/>
            <a:ext cx="572326" cy="551551"/>
          </a:xfrm>
          <a:prstGeom prst="rect">
            <a:avLst/>
          </a:prstGeom>
          <a:noFill/>
          <a:ln>
            <a:noFill/>
          </a:ln>
        </p:spPr>
      </p:pic>
      <p:sp>
        <p:nvSpPr>
          <p:cNvPr id="259" name="Google Shape;259;g2b8030a1825_0_202"/>
          <p:cNvSpPr txBox="1"/>
          <p:nvPr/>
        </p:nvSpPr>
        <p:spPr>
          <a:xfrm>
            <a:off x="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pockettours.com</a:t>
            </a:r>
            <a:endParaRPr b="0" i="0" sz="1100" u="none" cap="none" strike="noStrike">
              <a:solidFill>
                <a:srgbClr val="999999"/>
              </a:solidFill>
              <a:latin typeface="Fredoka"/>
              <a:ea typeface="Fredoka"/>
              <a:cs typeface="Fredoka"/>
              <a:sym typeface="Fredoka"/>
            </a:endParaRPr>
          </a:p>
        </p:txBody>
      </p:sp>
      <p:sp>
        <p:nvSpPr>
          <p:cNvPr id="260" name="Google Shape;260;g2b8030a1825_0_202"/>
          <p:cNvSpPr txBox="1"/>
          <p:nvPr/>
        </p:nvSpPr>
        <p:spPr>
          <a:xfrm>
            <a:off x="8186700" y="4729225"/>
            <a:ext cx="9573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@2024</a:t>
            </a:r>
            <a:endParaRPr b="0" i="0" sz="1100" u="none" cap="none" strike="noStrike">
              <a:solidFill>
                <a:srgbClr val="999999"/>
              </a:solidFill>
              <a:latin typeface="Fredoka"/>
              <a:ea typeface="Fredoka"/>
              <a:cs typeface="Fredoka"/>
              <a:sym typeface="Fredoka"/>
            </a:endParaRPr>
          </a:p>
        </p:txBody>
      </p:sp>
      <p:sp>
        <p:nvSpPr>
          <p:cNvPr id="261" name="Google Shape;261;g2b8030a1825_0_202"/>
          <p:cNvSpPr txBox="1"/>
          <p:nvPr/>
        </p:nvSpPr>
        <p:spPr>
          <a:xfrm>
            <a:off x="3613500" y="4729225"/>
            <a:ext cx="1917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999999"/>
                </a:solidFill>
                <a:latin typeface="Fredoka"/>
                <a:ea typeface="Fredoka"/>
                <a:cs typeface="Fredoka"/>
                <a:sym typeface="Fredoka"/>
              </a:rPr>
              <a:t>city tours in your pocket</a:t>
            </a:r>
            <a:endParaRPr b="0" i="0" sz="1100" u="none" cap="none" strike="noStrike">
              <a:solidFill>
                <a:srgbClr val="999999"/>
              </a:solidFill>
              <a:latin typeface="Fredoka"/>
              <a:ea typeface="Fredoka"/>
              <a:cs typeface="Fredoka"/>
              <a:sym typeface="Fredok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122529"/>
      </a:dk1>
      <a:lt1>
        <a:srgbClr val="FFFFFF"/>
      </a:lt1>
      <a:dk2>
        <a:srgbClr val="BFC0B6"/>
      </a:dk2>
      <a:lt2>
        <a:srgbClr val="D6E0E1"/>
      </a:lt2>
      <a:accent1>
        <a:srgbClr val="FC532E"/>
      </a:accent1>
      <a:accent2>
        <a:srgbClr val="BFC0B6"/>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