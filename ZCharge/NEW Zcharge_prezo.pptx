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Inter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QMnIWLm0tIrl7rdNtTHTZbAkK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27ee3fdb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27ee3fdb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c27ee3fdb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c27ee3fdb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af8f081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af8f081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27ee3fdb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c27ee3fdb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27ee3fdb8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27ee3fdb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27ee3fdb8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27ee3fdb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af8f081b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af8f081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27ee3fdb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27ee3fdb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27ee3fdb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c27ee3fdb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c27ee3fdb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c27ee3fdb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27ee3fdb8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c27ee3fdb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8007574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8007574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27ee3fdb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27ee3fdb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27ee3fdb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27ee3fdb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27ee3fdb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c27ee3fdb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27ee3fdb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27ee3fdb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27ee3fdb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c27ee3fdb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c27ee3fdb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c27ee3fdb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27ee3fdb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27ee3fdb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5" name="Google Shape;1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6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6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b="0" i="0" sz="18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c27ee3fdb8_0_1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2c27ee3fdb8_0_1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g2c27ee3fdb8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7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27ee3fdb8_0_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2c27ee3fdb8_0_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g2c27ee3fdb8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af8f081b2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2daf8f081b2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g2daf8f081b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00"/>
            <a:ext cx="9144003" cy="513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27ee3fdb8_0_1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2c27ee3fdb8_0_1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g2c27ee3fdb8_0_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4810"/>
            <a:ext cx="9144003" cy="5134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2c27ee3fdb8_0_1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400" y="2552700"/>
            <a:ext cx="1219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2c27ee3fdb8_0_1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7050" y="1949000"/>
            <a:ext cx="422050" cy="3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c27ee3fdb8_0_2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2c27ee3fdb8_0_2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g2c27ee3fdb8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92"/>
            <a:ext cx="9144003" cy="5103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27ee3fdb8_0_2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2c27ee3fdb8_0_2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g2c27ee3fdb8_0_210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01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af8f081b2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2daf8f081b2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g2daf8f081b2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27ee3fdb8_0_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2c27ee3fdb8_0_1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g2c27ee3fdb8_0_131"/>
          <p:cNvPicPr preferRelativeResize="0"/>
          <p:nvPr/>
        </p:nvPicPr>
        <p:blipFill rotWithShape="1">
          <a:blip r:embed="rId3">
            <a:alphaModFix/>
          </a:blip>
          <a:srcRect b="0" l="0" r="0" t="1341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27ee3fdb8_0_2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2c27ee3fdb8_0_2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g2c27ee3fdb8_0_230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01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27ee3fdb8_0_1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2c27ee3fdb8_0_1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g2c27ee3fdb8_0_199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01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27ee3fdb8_0_2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c27ee3fdb8_0_2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g2c27ee3fdb8_0_215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01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800757402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2c800757402_0_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g2c80075740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7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27ee3fdb8_0_1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2c27ee3fdb8_0_1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g2c27ee3fdb8_0_193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4003" cy="514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c27ee3fdb8_0_1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850" y="225450"/>
            <a:ext cx="445739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27ee3fdb8_0_1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2c27ee3fdb8_0_1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g2c27ee3fdb8_0_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7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27ee3fdb8_0_1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c27ee3fdb8_0_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g2c27ee3fdb8_0_136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4003" cy="5145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27ee3fdb8_0_1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2c27ee3fdb8_0_1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g2c27ee3fdb8_0_181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01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c27ee3fdb8_0_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2c27ee3fdb8_0_1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g2c27ee3fdb8_0_151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4003" cy="5145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27ee3fdb8_0_2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c27ee3fdb8_0_2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g2c27ee3fdb8_0_237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4003" cy="5145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27ee3fdb8_0_1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c27ee3fdb8_0_1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g2c27ee3fdb8_0_146"/>
          <p:cNvPicPr preferRelativeResize="0"/>
          <p:nvPr/>
        </p:nvPicPr>
        <p:blipFill rotWithShape="1">
          <a:blip r:embed="rId3">
            <a:alphaModFix/>
          </a:blip>
          <a:srcRect b="4979" l="0" r="0" t="4979"/>
          <a:stretch/>
        </p:blipFill>
        <p:spPr>
          <a:xfrm>
            <a:off x="0" y="0"/>
            <a:ext cx="9144003" cy="5145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22529"/>
      </a:dk1>
      <a:lt1>
        <a:srgbClr val="FFFFFF"/>
      </a:lt1>
      <a:dk2>
        <a:srgbClr val="BFC0B6"/>
      </a:dk2>
      <a:lt2>
        <a:srgbClr val="D6E0E1"/>
      </a:lt2>
      <a:accent1>
        <a:srgbClr val="FC532E"/>
      </a:accent1>
      <a:accent2>
        <a:srgbClr val="BFC0B6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